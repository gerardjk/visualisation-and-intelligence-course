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7315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36104 · DATA VISUALISATION AND NARRATIVES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424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Aptos"/>
              </a:rPr>
              <a:t>Choosing Visual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97840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0">
                <a:solidFill>
                  <a:srgbClr val="FFFFFF"/>
                </a:solidFill>
                <a:latin typeface="Aptos"/>
              </a:rPr>
              <a:t>Encoding, tidy data and visual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0A8B1"/>
                </a:solidFill>
                <a:latin typeface="Aptos"/>
              </a:rPr>
              <a:t>What visual task are we performing?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698480" cy="2743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Chart selection begins with the comparison a person needs to make.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864608"/>
            <a:ext cx="10652760" cy="100584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Do not name a chart until the audience and question are clear.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A stronger design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who uses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what they need to 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7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VISUAL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comparison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5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6015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5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DATA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5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observations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920240"/>
            <a:ext cx="1801367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2267712"/>
            <a:ext cx="15270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VISUAL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761488"/>
            <a:ext cx="1527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encoding selected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606C73"/>
                </a:solidFill>
                <a:latin typeface="Aptos"/>
              </a:rPr>
              <a:t>The topic does not uniquely determine the chart.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One dataset, several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Which mode carries the most passengers? — magnitude or ranking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How has use changed? — change over time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Which mode is most variable? — distribution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Do delays rise with passenger volume? — correlation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How is the total divided? — part-to-whole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Visual Vocabulary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7406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Deviation · Correlation · Ranking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Distribution · Change over time · Magnitude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Part-to-whole · Spatial ·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691640"/>
            <a:ext cx="2880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965960"/>
            <a:ext cx="2331720" cy="2834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Ask what a reader must compare, locate, trace or estimate.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CARD SORT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698480" cy="2743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Describe the comparison before matching a task card.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864608"/>
            <a:ext cx="10652760" cy="100584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Which questions legitimately fit more than one category?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Visual channels are not equally precise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coding_preci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30553"/>
            <a:ext cx="7040880" cy="31741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0020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2971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Which comparison is faster?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Which is more precise?</a:t>
            </a:r>
          </a:p>
          <a:p>
            <a:pPr>
              <a:spcAft>
                <a:spcPts val="10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When might area still be useful?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Synthetic teaching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Magnitude and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Use bars, dots, ordered tables or small multiples.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Ordering reduces search effort.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A zero baseline matters when bar length represents magnitude.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Histograms reveal frequency across intervals.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Box plots compress centre, spread and extremes.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Dot plots preserve observations when the dataset is small.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Density and violin plots depend on smoothing choices.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Inspect form, direction, strength and exceptions.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Keep important groups visible.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A fitted line can conceal curvature or subgroups.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Association does not establish cause.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Change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Use ordered, connected forms when continuity matters.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Check missing periods and irregular intervals.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Mark methodological breaks.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Use small multiples when overlapping lines obstruct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Colour has several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7406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Category — distinguish groups.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Ordered magnitude — encode low to high.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Deviation — diverge around a meaningful midpoint.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Emphasis — direct attention.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691640"/>
            <a:ext cx="2880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965960"/>
            <a:ext cx="2331720" cy="2834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Do not ask one palette to do all four jobs.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Tidy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3215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2941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29413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one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7432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7472" y="1920240"/>
            <a:ext cx="3215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4632" y="2267712"/>
            <a:ext cx="2941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4632" y="2761488"/>
            <a:ext cx="29413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one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3112" y="26060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3152" y="1920240"/>
            <a:ext cx="3215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0312" y="2267712"/>
            <a:ext cx="2941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678F"/>
                </a:solidFill>
                <a:latin typeface="Aptos"/>
              </a:rP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312" y="2761488"/>
            <a:ext cx="29413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636"/>
                </a:solidFill>
                <a:latin typeface="Aptos"/>
              </a:rPr>
              <a:t>one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606C73"/>
                </a:solidFill>
                <a:latin typeface="Aptos"/>
              </a:rPr>
              <a:t>Tidy structure supports reproducible filtering, grouping and visualisation.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Generated cleaning must be checked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Predict row count before reshaping.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Preserve identifiers and meaningful missingness.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Check types and category labels.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Confirm aggregation level and totals.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Explain the generated transformation.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Compare before selecting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Create candidates that answer different questions.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Name the easy comparison in each.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Identify information each candidate hides.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Select for the stated audience.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Reject one plausible alternative for a specific reason.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Notebook checkpoints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7406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State audience, question and expected tidy shape.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Pass the structural assertions.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Classify the task before plotting.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Complete at least two candidates.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Record selection, rejection and remaining limitation.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691640"/>
            <a:ext cx="2880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965960"/>
            <a:ext cx="2331720" cy="2834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Use the starter transformation only if syntax prevents progress.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CHOOSING VISUAL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22636"/>
                </a:solidFill>
                <a:latin typeface="Aptos"/>
              </a:rPr>
              <a:t>Gallery walk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86868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Read the audience and question before looking at the chart.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Can you answer the question efficiently?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What comparison is visually easiest?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What is hidden or difficult?</a:t>
            </a:r>
          </a:p>
          <a:p>
            <a:pPr>
              <a:spcAft>
                <a:spcPts val="1000"/>
              </a:spcAft>
              <a:defRPr sz="2300">
                <a:solidFill>
                  <a:srgbClr val="1F262B"/>
                </a:solidFill>
                <a:latin typeface="Aptos"/>
              </a:defRPr>
            </a:pPr>
            <a:r>
              <a:t>•  Leave one specific suggestion.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06C73"/>
                </a:solidFill>
                <a:latin typeface="Aptos"/>
              </a:rPr>
              <a:t>36104 Data Visualisation and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65392"/>
            <a:ext cx="3886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06C73"/>
                </a:solidFill>
                <a:latin typeface="Aptos"/>
              </a:rPr>
              <a:t>Choosing Visual Forms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61872"/>
            <a:ext cx="10698480" cy="2743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 defensible chart choice names both the selected form and the rejected alternative.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864608"/>
            <a:ext cx="10652760" cy="100584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Record your audience, visual task, selection, rejection and remaining limitation.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Visual Forms</dc:title>
  <dc:subject/>
  <dc:creator>Gerard Kelly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