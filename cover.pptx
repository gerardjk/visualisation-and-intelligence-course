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263" r:id="rId5"/>
    <p:sldId id="259" r:id="rId6"/>
    <p:sldId id="602" r:id="rId7"/>
    <p:sldId id="589" r:id="rId8"/>
    <p:sldId id="304" r:id="rId9"/>
    <p:sldId id="605" r:id="rId10"/>
    <p:sldId id="603" r:id="rId11"/>
    <p:sldId id="604" r:id="rId12"/>
    <p:sldId id="349" r:id="rId13"/>
    <p:sldId id="359" r:id="rId14"/>
    <p:sldId id="317" r:id="rId15"/>
    <p:sldId id="294" r:id="rId16"/>
    <p:sldId id="624" r:id="rId17"/>
    <p:sldId id="297" r:id="rId18"/>
    <p:sldId id="600" r:id="rId19"/>
    <p:sldId id="275" r:id="rId20"/>
    <p:sldId id="303" r:id="rId21"/>
    <p:sldId id="584" r:id="rId22"/>
    <p:sldId id="344" r:id="rId23"/>
    <p:sldId id="299" r:id="rId24"/>
    <p:sldId id="583" r:id="rId25"/>
    <p:sldId id="300" r:id="rId26"/>
    <p:sldId id="330" r:id="rId27"/>
    <p:sldId id="601" r:id="rId28"/>
    <p:sldId id="301" r:id="rId29"/>
    <p:sldId id="335" r:id="rId30"/>
    <p:sldId id="339" r:id="rId31"/>
    <p:sldId id="336" r:id="rId32"/>
    <p:sldId id="337" r:id="rId33"/>
    <p:sldId id="607" r:id="rId34"/>
    <p:sldId id="608" r:id="rId35"/>
    <p:sldId id="609" r:id="rId36"/>
    <p:sldId id="610" r:id="rId37"/>
    <p:sldId id="611" r:id="rId38"/>
    <p:sldId id="612" r:id="rId39"/>
    <p:sldId id="613" r:id="rId40"/>
    <p:sldId id="614" r:id="rId41"/>
    <p:sldId id="615" r:id="rId42"/>
    <p:sldId id="616" r:id="rId43"/>
    <p:sldId id="617" r:id="rId44"/>
    <p:sldId id="618" r:id="rId45"/>
    <p:sldId id="622" r:id="rId46"/>
    <p:sldId id="620" r:id="rId47"/>
    <p:sldId id="621" r:id="rId48"/>
    <p:sldId id="595" r:id="rId49"/>
    <p:sldId id="606" r:id="rId50"/>
    <p:sldId id="598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olkit 1&amp;2" id="{259BEB0A-9B18-694B-99AB-94F69A9B54AD}">
          <p14:sldIdLst>
            <p14:sldId id="263"/>
            <p14:sldId id="259"/>
            <p14:sldId id="602"/>
            <p14:sldId id="589"/>
          </p14:sldIdLst>
        </p14:section>
        <p14:section name="Instructions" id="{DA6DE986-54FF-4F47-91B8-2576063C652D}">
          <p14:sldIdLst>
            <p14:sldId id="304"/>
            <p14:sldId id="605"/>
            <p14:sldId id="603"/>
            <p14:sldId id="604"/>
          </p14:sldIdLst>
        </p14:section>
        <p14:section name="Acknowledgment" id="{E7CDBA29-0E18-DB4F-86EE-E921C1EA01AC}">
          <p14:sldIdLst>
            <p14:sldId id="349"/>
          </p14:sldIdLst>
        </p14:section>
        <p14:section name="Sections" id="{97997702-4284-1949-8F23-90400C8439FA}">
          <p14:sldIdLst>
            <p14:sldId id="359"/>
            <p14:sldId id="317"/>
            <p14:sldId id="294"/>
            <p14:sldId id="624"/>
            <p14:sldId id="297"/>
          </p14:sldIdLst>
        </p14:section>
        <p14:section name="Layouts" id="{14B08E05-62FE-2547-A4CE-EF3F3E32D614}">
          <p14:sldIdLst>
            <p14:sldId id="600"/>
            <p14:sldId id="275"/>
            <p14:sldId id="303"/>
            <p14:sldId id="584"/>
            <p14:sldId id="344"/>
            <p14:sldId id="299"/>
            <p14:sldId id="583"/>
            <p14:sldId id="300"/>
            <p14:sldId id="330"/>
            <p14:sldId id="601"/>
            <p14:sldId id="301"/>
            <p14:sldId id="335"/>
            <p14:sldId id="339"/>
            <p14:sldId id="336"/>
            <p14:sldId id="337"/>
          </p14:sldIdLst>
        </p14:section>
        <p14:section name="Layouts w/ Footer" id="{2396362B-922C-9A4A-9ABA-A3A692BBD920}">
          <p14:sldIdLst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22"/>
            <p14:sldId id="620"/>
            <p14:sldId id="621"/>
          </p14:sldIdLst>
        </p14:section>
        <p14:section name="Resource" id="{0E403BDC-DFAF-2F41-B692-DC4A393A3EFB}">
          <p14:sldIdLst>
            <p14:sldId id="595"/>
            <p14:sldId id="606"/>
          </p14:sldIdLst>
        </p14:section>
        <p14:section name="End Slide" id="{CA757AC1-DA02-4146-9EB4-D5EB55418805}">
          <p14:sldIdLst>
            <p14:sldId id="59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lena Woo" initials="HW" lastIdx="1" clrIdx="0">
    <p:extLst>
      <p:ext uri="{19B8F6BF-5375-455C-9EA6-DF929625EA0E}">
        <p15:presenceInfo xmlns:p15="http://schemas.microsoft.com/office/powerpoint/2012/main" userId="S::helena.woo@uts.edu.au::84ffa4a4-9cb2-4822-a498-72962478cfa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FF9600"/>
    <a:srgbClr val="C8C8C8"/>
    <a:srgbClr val="B2B2B2"/>
    <a:srgbClr val="323232"/>
    <a:srgbClr val="FF6FFF"/>
    <a:srgbClr val="E1E1E1"/>
    <a:srgbClr val="F4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6154"/>
  </p:normalViewPr>
  <p:slideViewPr>
    <p:cSldViewPr snapToGrid="0" snapToObjects="1">
      <p:cViewPr varScale="1">
        <p:scale>
          <a:sx n="117" d="100"/>
          <a:sy n="117" d="100"/>
        </p:scale>
        <p:origin x="120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0"/>
    </p:cViewPr>
  </p:sorterViewPr>
  <p:notesViewPr>
    <p:cSldViewPr snapToGrid="0" snapToObjects="1">
      <p:cViewPr varScale="1">
        <p:scale>
          <a:sx n="112" d="100"/>
          <a:sy n="112" d="100"/>
        </p:scale>
        <p:origin x="284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DB2FF7-119F-7140-A364-1B8A1F9716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3CEC7E-05DE-A8BE-49F6-BE1B22F140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0A125-BD2D-B642-8F32-CC7E22D2E035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805B9C-E323-A4AF-B423-3EC2236902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16AED-1FDF-4230-6C28-E35EFD29E3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FBA3E-55FB-0E4D-9417-6FD877B4E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465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E227BE0-8D26-2C46-B592-87513771FDEF}" type="datetimeFigureOut">
              <a:rPr lang="en-US" smtClean="0"/>
              <a:pPr/>
              <a:t>7/30/26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1364B19-607B-B942-B14B-DB932692D3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148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675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5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49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EAA1F-7377-2D4D-B507-33FF2299A4D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07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2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53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15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94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41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12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069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84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EAA1F-7377-2D4D-B507-33FF2299A4D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09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709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981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274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3869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773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945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7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olkit">
    <p:bg>
      <p:bgPr>
        <a:solidFill>
          <a:srgbClr val="FF9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7854" y="3904488"/>
            <a:ext cx="7574314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/>
                </a:solidFill>
              </a:rPr>
              <a:t>UTS TEQSA PRV12060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B11A7E-373F-75CE-AEC9-2DBA28C531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442775"/>
            <a:ext cx="7574314" cy="1220142"/>
          </a:xfrm>
        </p:spPr>
        <p:txBody>
          <a:bodyPr anchor="b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</p:spTree>
    <p:extLst>
      <p:ext uri="{BB962C8B-B14F-4D97-AF65-F5344CB8AC3E}">
        <p14:creationId xmlns:p14="http://schemas.microsoft.com/office/powerpoint/2010/main" val="2335399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1"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ign with white text&#10;&#10;Description automatically generated">
            <a:extLst>
              <a:ext uri="{FF2B5EF4-FFF2-40B4-BE49-F238E27FC236}">
                <a16:creationId xmlns:a16="http://schemas.microsoft.com/office/drawing/2014/main" id="{F60E7DE4-3310-6A6D-8F28-B9D90EF9C9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" y="720000"/>
            <a:ext cx="763200" cy="7632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442775"/>
            <a:ext cx="4263123" cy="1220142"/>
          </a:xfrm>
        </p:spPr>
        <p:txBody>
          <a:bodyPr wrap="square" anchor="b"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27854" y="3904487"/>
            <a:ext cx="4263123" cy="2185163"/>
          </a:xfrm>
        </p:spPr>
        <p:txBody>
          <a:bodyPr wrap="square"/>
          <a:lstStyle>
            <a:lvl1pPr marL="0" indent="0">
              <a:lnSpc>
                <a:spcPts val="2050"/>
              </a:lnSpc>
              <a:spcBef>
                <a:spcPts val="0"/>
              </a:spcBef>
              <a:buNone/>
              <a:defRPr lang="en-AU" sz="1600" smtClean="0">
                <a:solidFill>
                  <a:schemeClr val="accent1"/>
                </a:solidFill>
                <a:effectLst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3048B8-B2EB-7CA1-C96C-4931E15BDAC9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2"/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2"/>
                </a:solidFill>
              </a:rPr>
              <a:t>UTS TEQSA PRV12060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9074165-CFED-B427-9BF1-BC5F63FBA9C5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890977" y="1949986"/>
            <a:ext cx="7301022" cy="3384122"/>
          </a:xfrm>
          <a:custGeom>
            <a:avLst/>
            <a:gdLst>
              <a:gd name="connsiteX0" fmla="*/ 4778414 w 7301022"/>
              <a:gd name="connsiteY0" fmla="*/ 1474 h 3384122"/>
              <a:gd name="connsiteX1" fmla="*/ 7301022 w 7301022"/>
              <a:gd name="connsiteY1" fmla="*/ 1464587 h 3384122"/>
              <a:gd name="connsiteX2" fmla="*/ 7301022 w 7301022"/>
              <a:gd name="connsiteY2" fmla="*/ 1867404 h 3384122"/>
              <a:gd name="connsiteX3" fmla="*/ 4778414 w 7301022"/>
              <a:gd name="connsiteY3" fmla="*/ 3330516 h 3384122"/>
              <a:gd name="connsiteX4" fmla="*/ 1692061 w 7301022"/>
              <a:gd name="connsiteY4" fmla="*/ 0 h 3384122"/>
              <a:gd name="connsiteX5" fmla="*/ 2195228 w 7301022"/>
              <a:gd name="connsiteY5" fmla="*/ 76072 h 3384122"/>
              <a:gd name="connsiteX6" fmla="*/ 2226379 w 7301022"/>
              <a:gd name="connsiteY6" fmla="*/ 87473 h 3384122"/>
              <a:gd name="connsiteX7" fmla="*/ 2257530 w 7301022"/>
              <a:gd name="connsiteY7" fmla="*/ 76072 h 3384122"/>
              <a:gd name="connsiteX8" fmla="*/ 2760697 w 7301022"/>
              <a:gd name="connsiteY8" fmla="*/ 0 h 3384122"/>
              <a:gd name="connsiteX9" fmla="*/ 4452758 w 7301022"/>
              <a:gd name="connsiteY9" fmla="*/ 1692061 h 3384122"/>
              <a:gd name="connsiteX10" fmla="*/ 2760697 w 7301022"/>
              <a:gd name="connsiteY10" fmla="*/ 3384122 h 3384122"/>
              <a:gd name="connsiteX11" fmla="*/ 2257530 w 7301022"/>
              <a:gd name="connsiteY11" fmla="*/ 3308050 h 3384122"/>
              <a:gd name="connsiteX12" fmla="*/ 2226379 w 7301022"/>
              <a:gd name="connsiteY12" fmla="*/ 3296649 h 3384122"/>
              <a:gd name="connsiteX13" fmla="*/ 2195228 w 7301022"/>
              <a:gd name="connsiteY13" fmla="*/ 3308050 h 3384122"/>
              <a:gd name="connsiteX14" fmla="*/ 1692061 w 7301022"/>
              <a:gd name="connsiteY14" fmla="*/ 3384122 h 3384122"/>
              <a:gd name="connsiteX15" fmla="*/ 0 w 7301022"/>
              <a:gd name="connsiteY15" fmla="*/ 1692061 h 3384122"/>
              <a:gd name="connsiteX16" fmla="*/ 1692061 w 7301022"/>
              <a:gd name="connsiteY16" fmla="*/ 0 h 3384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301022" h="3384122">
                <a:moveTo>
                  <a:pt x="4778414" y="1474"/>
                </a:moveTo>
                <a:lnTo>
                  <a:pt x="7301022" y="1464587"/>
                </a:lnTo>
                <a:lnTo>
                  <a:pt x="7301022" y="1867404"/>
                </a:lnTo>
                <a:lnTo>
                  <a:pt x="4778414" y="3330516"/>
                </a:lnTo>
                <a:close/>
                <a:moveTo>
                  <a:pt x="1692061" y="0"/>
                </a:moveTo>
                <a:cubicBezTo>
                  <a:pt x="1867280" y="0"/>
                  <a:pt x="2036278" y="26633"/>
                  <a:pt x="2195228" y="76072"/>
                </a:cubicBezTo>
                <a:lnTo>
                  <a:pt x="2226379" y="87473"/>
                </a:lnTo>
                <a:lnTo>
                  <a:pt x="2257530" y="76072"/>
                </a:lnTo>
                <a:cubicBezTo>
                  <a:pt x="2416481" y="26633"/>
                  <a:pt x="2585479" y="0"/>
                  <a:pt x="2760697" y="0"/>
                </a:cubicBezTo>
                <a:cubicBezTo>
                  <a:pt x="3695196" y="0"/>
                  <a:pt x="4452758" y="757562"/>
                  <a:pt x="4452758" y="1692061"/>
                </a:cubicBezTo>
                <a:cubicBezTo>
                  <a:pt x="4452758" y="2626560"/>
                  <a:pt x="3695196" y="3384122"/>
                  <a:pt x="2760697" y="3384122"/>
                </a:cubicBezTo>
                <a:cubicBezTo>
                  <a:pt x="2585479" y="3384122"/>
                  <a:pt x="2416481" y="3357489"/>
                  <a:pt x="2257530" y="3308050"/>
                </a:cubicBezTo>
                <a:lnTo>
                  <a:pt x="2226379" y="3296649"/>
                </a:lnTo>
                <a:lnTo>
                  <a:pt x="2195228" y="3308050"/>
                </a:lnTo>
                <a:cubicBezTo>
                  <a:pt x="2036278" y="3357489"/>
                  <a:pt x="1867280" y="3384122"/>
                  <a:pt x="1692061" y="3384122"/>
                </a:cubicBezTo>
                <a:cubicBezTo>
                  <a:pt x="757562" y="3384122"/>
                  <a:pt x="0" y="2626560"/>
                  <a:pt x="0" y="1692061"/>
                </a:cubicBezTo>
                <a:cubicBezTo>
                  <a:pt x="0" y="757562"/>
                  <a:pt x="757562" y="0"/>
                  <a:pt x="1692061" y="0"/>
                </a:cubicBez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anchor="t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791341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61C7F5F-ADB2-EF42-B9A4-FDA13E926BAB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785382" y="783000"/>
            <a:ext cx="6406617" cy="5292000"/>
          </a:xfrm>
          <a:custGeom>
            <a:avLst/>
            <a:gdLst>
              <a:gd name="connsiteX0" fmla="*/ 2645637 w 6406617"/>
              <a:gd name="connsiteY0" fmla="*/ 0 h 5292000"/>
              <a:gd name="connsiteX1" fmla="*/ 6406617 w 6406617"/>
              <a:gd name="connsiteY1" fmla="*/ 0 h 5292000"/>
              <a:gd name="connsiteX2" fmla="*/ 6406617 w 6406617"/>
              <a:gd name="connsiteY2" fmla="*/ 5292000 h 5292000"/>
              <a:gd name="connsiteX3" fmla="*/ 2645637 w 6406617"/>
              <a:gd name="connsiteY3" fmla="*/ 5292000 h 5292000"/>
              <a:gd name="connsiteX4" fmla="*/ 0 w 6406617"/>
              <a:gd name="connsiteY4" fmla="*/ 2646363 h 5292000"/>
              <a:gd name="connsiteX5" fmla="*/ 2645637 w 6406617"/>
              <a:gd name="connsiteY5" fmla="*/ 726 h 52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6617" h="5292000">
                <a:moveTo>
                  <a:pt x="2645637" y="0"/>
                </a:moveTo>
                <a:lnTo>
                  <a:pt x="6406617" y="0"/>
                </a:lnTo>
                <a:lnTo>
                  <a:pt x="6406617" y="5292000"/>
                </a:lnTo>
                <a:lnTo>
                  <a:pt x="2645637" y="5292000"/>
                </a:lnTo>
                <a:cubicBezTo>
                  <a:pt x="1184492" y="5292000"/>
                  <a:pt x="0" y="4107508"/>
                  <a:pt x="0" y="2646363"/>
                </a:cubicBezTo>
                <a:cubicBezTo>
                  <a:pt x="0" y="1185218"/>
                  <a:pt x="1184492" y="726"/>
                  <a:pt x="2645637" y="726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t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7854" y="3904488"/>
            <a:ext cx="7574314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/>
                </a:solidFill>
              </a:rPr>
              <a:t>UTS TEQSA PRV12060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00F9FB-E034-7DF1-4156-F2A844480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442775"/>
            <a:ext cx="7574314" cy="1220142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D619F7-93E1-FA95-9C96-57164B757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800" y="709434"/>
            <a:ext cx="1336678" cy="5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67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FD528169-2D45-F199-48F8-B90B9D00BB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360000"/>
            <a:ext cx="1364673" cy="13646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114B50-6CC5-20B8-4A45-61C1C35C61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319" t="15896" b="10577"/>
          <a:stretch/>
        </p:blipFill>
        <p:spPr>
          <a:xfrm>
            <a:off x="6174263" y="-1"/>
            <a:ext cx="5512067" cy="685800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F6055DAA-457B-6AC2-63F8-2305D65F8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854" y="3904488"/>
            <a:ext cx="5826109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47DAFFF-BA39-3C2C-6642-60CD9E632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442775"/>
            <a:ext cx="5826109" cy="1220142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B34368-A861-D66F-5B24-BB4F42080A5E}"/>
              </a:ext>
            </a:extLst>
          </p:cNvPr>
          <p:cNvSpPr txBox="1"/>
          <p:nvPr userDrawn="1"/>
        </p:nvSpPr>
        <p:spPr>
          <a:xfrm>
            <a:off x="10480676" y="6230883"/>
            <a:ext cx="1558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UTS CRICOS 00099F</a:t>
            </a:r>
          </a:p>
          <a:p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UTS TEQSA PRV12060</a:t>
            </a:r>
          </a:p>
        </p:txBody>
      </p:sp>
    </p:spTree>
    <p:extLst>
      <p:ext uri="{BB962C8B-B14F-4D97-AF65-F5344CB8AC3E}">
        <p14:creationId xmlns:p14="http://schemas.microsoft.com/office/powerpoint/2010/main" val="1208425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4">
    <p:bg>
      <p:bgPr>
        <a:solidFill>
          <a:schemeClr val="bg2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1561301-85B8-85F1-76A3-9D73CBD788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14717" y="712800"/>
            <a:ext cx="2448160" cy="579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15419A-A9F1-A55A-2EAF-5A99AC2634F7}"/>
              </a:ext>
            </a:extLst>
          </p:cNvPr>
          <p:cNvSpPr txBox="1"/>
          <p:nvPr userDrawn="1"/>
        </p:nvSpPr>
        <p:spPr>
          <a:xfrm>
            <a:off x="461962" y="6230883"/>
            <a:ext cx="1558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/>
                </a:solidFill>
              </a:rPr>
              <a:t>UTS CRICOS 00099F</a:t>
            </a:r>
          </a:p>
          <a:p>
            <a:r>
              <a:rPr lang="en-US" sz="1000" dirty="0">
                <a:solidFill>
                  <a:schemeClr val="bg2"/>
                </a:solidFill>
              </a:rPr>
              <a:t>UTS TEQSA PRV12060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10480A9-365F-1B41-B60C-7020BD6E8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5144" y="4714693"/>
            <a:ext cx="5332867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8F17EA4-7BB9-664C-862D-2974AFD4E7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5144" y="3252980"/>
            <a:ext cx="5332867" cy="1220142"/>
          </a:xfrm>
        </p:spPr>
        <p:txBody>
          <a:bodyPr anchor="b"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B96E8D20-1864-A958-42D6-9990CC528288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2" y="0"/>
            <a:ext cx="5046286" cy="5441576"/>
          </a:xfrm>
          <a:custGeom>
            <a:avLst/>
            <a:gdLst>
              <a:gd name="connsiteX0" fmla="*/ 0 w 5046286"/>
              <a:gd name="connsiteY0" fmla="*/ 0 h 5441576"/>
              <a:gd name="connsiteX1" fmla="*/ 3937437 w 5046286"/>
              <a:gd name="connsiteY1" fmla="*/ 0 h 5441576"/>
              <a:gd name="connsiteX2" fmla="*/ 4135975 w 5046286"/>
              <a:gd name="connsiteY2" fmla="*/ 177884 h 5441576"/>
              <a:gd name="connsiteX3" fmla="*/ 5037808 w 5046286"/>
              <a:gd name="connsiteY3" fmla="*/ 2046822 h 5441576"/>
              <a:gd name="connsiteX4" fmla="*/ 5046286 w 5046286"/>
              <a:gd name="connsiteY4" fmla="*/ 2156734 h 5441576"/>
              <a:gd name="connsiteX5" fmla="*/ 5046286 w 5046286"/>
              <a:gd name="connsiteY5" fmla="*/ 2568748 h 5441576"/>
              <a:gd name="connsiteX6" fmla="*/ 5037808 w 5046286"/>
              <a:gd name="connsiteY6" fmla="*/ 2678661 h 5441576"/>
              <a:gd name="connsiteX7" fmla="*/ 2240155 w 5046286"/>
              <a:gd name="connsiteY7" fmla="*/ 5436643 h 5441576"/>
              <a:gd name="connsiteX8" fmla="*/ 2174341 w 5046286"/>
              <a:gd name="connsiteY8" fmla="*/ 5441576 h 5441576"/>
              <a:gd name="connsiteX9" fmla="*/ 1660693 w 5046286"/>
              <a:gd name="connsiteY9" fmla="*/ 5441576 h 5441576"/>
              <a:gd name="connsiteX10" fmla="*/ 1442368 w 5046286"/>
              <a:gd name="connsiteY10" fmla="*/ 5416993 h 5441576"/>
              <a:gd name="connsiteX11" fmla="*/ 167274 w 5046286"/>
              <a:gd name="connsiteY11" fmla="*/ 4924896 h 5441576"/>
              <a:gd name="connsiteX12" fmla="*/ 0 w 5046286"/>
              <a:gd name="connsiteY12" fmla="*/ 4801585 h 54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46286" h="5441576">
                <a:moveTo>
                  <a:pt x="0" y="0"/>
                </a:moveTo>
                <a:lnTo>
                  <a:pt x="3937437" y="0"/>
                </a:lnTo>
                <a:lnTo>
                  <a:pt x="4135975" y="177884"/>
                </a:lnTo>
                <a:cubicBezTo>
                  <a:pt x="4632273" y="667144"/>
                  <a:pt x="4962905" y="1319719"/>
                  <a:pt x="5037808" y="2046822"/>
                </a:cubicBezTo>
                <a:lnTo>
                  <a:pt x="5046286" y="2156734"/>
                </a:lnTo>
                <a:lnTo>
                  <a:pt x="5046286" y="2568748"/>
                </a:lnTo>
                <a:lnTo>
                  <a:pt x="5037808" y="2678661"/>
                </a:lnTo>
                <a:cubicBezTo>
                  <a:pt x="4888001" y="4132866"/>
                  <a:pt x="3715279" y="5288960"/>
                  <a:pt x="2240155" y="5436643"/>
                </a:cubicBezTo>
                <a:lnTo>
                  <a:pt x="2174341" y="5441576"/>
                </a:lnTo>
                <a:lnTo>
                  <a:pt x="1660693" y="5441576"/>
                </a:lnTo>
                <a:lnTo>
                  <a:pt x="1442368" y="5416993"/>
                </a:lnTo>
                <a:cubicBezTo>
                  <a:pt x="975459" y="5346663"/>
                  <a:pt x="542453" y="5174768"/>
                  <a:pt x="167274" y="4924896"/>
                </a:cubicBezTo>
                <a:lnTo>
                  <a:pt x="0" y="4801585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335994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45D9CC6E-427B-F174-6827-E5B324453533}"/>
              </a:ext>
            </a:extLst>
          </p:cNvPr>
          <p:cNvSpPr/>
          <p:nvPr userDrawn="1"/>
        </p:nvSpPr>
        <p:spPr>
          <a:xfrm>
            <a:off x="3397062" y="0"/>
            <a:ext cx="8559538" cy="6589336"/>
          </a:xfrm>
          <a:custGeom>
            <a:avLst/>
            <a:gdLst>
              <a:gd name="connsiteX0" fmla="*/ 2555903 w 8559538"/>
              <a:gd name="connsiteY0" fmla="*/ 0 h 6589336"/>
              <a:gd name="connsiteX1" fmla="*/ 6867548 w 8559538"/>
              <a:gd name="connsiteY1" fmla="*/ 0 h 6589336"/>
              <a:gd name="connsiteX2" fmla="*/ 8559538 w 8559538"/>
              <a:gd name="connsiteY2" fmla="*/ 3299381 h 6589336"/>
              <a:gd name="connsiteX3" fmla="*/ 5872899 w 8559538"/>
              <a:gd name="connsiteY3" fmla="*/ 5533534 h 6589336"/>
              <a:gd name="connsiteX4" fmla="*/ 2234153 w 8559538"/>
              <a:gd name="connsiteY4" fmla="*/ 6589336 h 6589336"/>
              <a:gd name="connsiteX5" fmla="*/ 0 w 8559538"/>
              <a:gd name="connsiteY5" fmla="*/ 2177592 h 6589336"/>
              <a:gd name="connsiteX6" fmla="*/ 2555903 w 8559538"/>
              <a:gd name="connsiteY6" fmla="*/ 0 h 6589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59538" h="6589336">
                <a:moveTo>
                  <a:pt x="2555903" y="0"/>
                </a:moveTo>
                <a:lnTo>
                  <a:pt x="6867548" y="0"/>
                </a:lnTo>
                <a:lnTo>
                  <a:pt x="8559538" y="3299381"/>
                </a:lnTo>
                <a:lnTo>
                  <a:pt x="5872899" y="5533534"/>
                </a:lnTo>
                <a:lnTo>
                  <a:pt x="2234153" y="6589336"/>
                </a:lnTo>
                <a:lnTo>
                  <a:pt x="0" y="2177592"/>
                </a:lnTo>
                <a:lnTo>
                  <a:pt x="2555903" y="0"/>
                </a:lnTo>
                <a:close/>
              </a:path>
            </a:pathLst>
          </a:custGeom>
          <a:blipFill dpi="0" rotWithShape="1">
            <a:blip r:embed="rId2" cstate="screen">
              <a:alphaModFix amt="54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4C8AA24-DCD7-1CD2-654B-73227219DE1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00810" y="1499562"/>
            <a:ext cx="4756078" cy="4963688"/>
          </a:xfrm>
          <a:custGeom>
            <a:avLst/>
            <a:gdLst>
              <a:gd name="connsiteX0" fmla="*/ 1981699 w 4756078"/>
              <a:gd name="connsiteY0" fmla="*/ 0 h 4963688"/>
              <a:gd name="connsiteX1" fmla="*/ 4756078 w 4756078"/>
              <a:gd name="connsiteY1" fmla="*/ 1283387 h 4963688"/>
              <a:gd name="connsiteX2" fmla="*/ 3812411 w 4756078"/>
              <a:gd name="connsiteY2" fmla="*/ 3991711 h 4963688"/>
              <a:gd name="connsiteX3" fmla="*/ 2821562 w 4756078"/>
              <a:gd name="connsiteY3" fmla="*/ 4963688 h 4963688"/>
              <a:gd name="connsiteX4" fmla="*/ 0 w 4756078"/>
              <a:gd name="connsiteY4" fmla="*/ 3680300 h 4963688"/>
              <a:gd name="connsiteX5" fmla="*/ 943667 w 4756078"/>
              <a:gd name="connsiteY5" fmla="*/ 990850 h 4963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6078" h="4963688">
                <a:moveTo>
                  <a:pt x="1981699" y="0"/>
                </a:moveTo>
                <a:lnTo>
                  <a:pt x="4756078" y="1283387"/>
                </a:lnTo>
                <a:lnTo>
                  <a:pt x="3812411" y="3991711"/>
                </a:lnTo>
                <a:lnTo>
                  <a:pt x="2821562" y="4963688"/>
                </a:lnTo>
                <a:lnTo>
                  <a:pt x="0" y="3680300"/>
                </a:lnTo>
                <a:lnTo>
                  <a:pt x="943667" y="990850"/>
                </a:lnTo>
                <a:close/>
              </a:path>
            </a:pathLst>
          </a:custGeom>
          <a:solidFill>
            <a:schemeClr val="bg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txBody>
          <a:bodyPr wrap="square" anchor="t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21EF169-4CD5-69D0-EB8B-879B386B6283}"/>
              </a:ext>
            </a:extLst>
          </p:cNvPr>
          <p:cNvSpPr/>
          <p:nvPr userDrawn="1"/>
        </p:nvSpPr>
        <p:spPr>
          <a:xfrm rot="5700000">
            <a:off x="10501059" y="758545"/>
            <a:ext cx="561790" cy="505487"/>
          </a:xfrm>
          <a:custGeom>
            <a:avLst/>
            <a:gdLst>
              <a:gd name="connsiteX0" fmla="*/ 6297105 w 8559538"/>
              <a:gd name="connsiteY0" fmla="*/ 0 h 7701699"/>
              <a:gd name="connsiteX1" fmla="*/ 8559538 w 8559538"/>
              <a:gd name="connsiteY1" fmla="*/ 4411744 h 7701699"/>
              <a:gd name="connsiteX2" fmla="*/ 5872899 w 8559538"/>
              <a:gd name="connsiteY2" fmla="*/ 6645897 h 7701699"/>
              <a:gd name="connsiteX3" fmla="*/ 2234153 w 8559538"/>
              <a:gd name="connsiteY3" fmla="*/ 7701699 h 7701699"/>
              <a:gd name="connsiteX4" fmla="*/ 0 w 8559538"/>
              <a:gd name="connsiteY4" fmla="*/ 3289955 h 7701699"/>
              <a:gd name="connsiteX5" fmla="*/ 2611225 w 8559538"/>
              <a:gd name="connsiteY5" fmla="*/ 1065229 h 7701699"/>
              <a:gd name="connsiteX6" fmla="*/ 6297105 w 8559538"/>
              <a:gd name="connsiteY6" fmla="*/ 0 h 770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59538" h="7701699">
                <a:moveTo>
                  <a:pt x="6297105" y="0"/>
                </a:moveTo>
                <a:lnTo>
                  <a:pt x="8559538" y="4411744"/>
                </a:lnTo>
                <a:lnTo>
                  <a:pt x="5872899" y="6645897"/>
                </a:lnTo>
                <a:lnTo>
                  <a:pt x="2234153" y="7701699"/>
                </a:lnTo>
                <a:lnTo>
                  <a:pt x="0" y="3289955"/>
                </a:lnTo>
                <a:lnTo>
                  <a:pt x="2611225" y="1065229"/>
                </a:lnTo>
                <a:lnTo>
                  <a:pt x="62971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44D0A1C-BAD3-1878-3682-F1F539255EA0}"/>
              </a:ext>
            </a:extLst>
          </p:cNvPr>
          <p:cNvSpPr/>
          <p:nvPr userDrawn="1"/>
        </p:nvSpPr>
        <p:spPr>
          <a:xfrm rot="5400000">
            <a:off x="9852818" y="799719"/>
            <a:ext cx="478042" cy="560861"/>
          </a:xfrm>
          <a:custGeom>
            <a:avLst/>
            <a:gdLst>
              <a:gd name="connsiteX0" fmla="*/ 1259456 w 1966822"/>
              <a:gd name="connsiteY0" fmla="*/ 0 h 2307566"/>
              <a:gd name="connsiteX1" fmla="*/ 1772728 w 1966822"/>
              <a:gd name="connsiteY1" fmla="*/ 884208 h 2307566"/>
              <a:gd name="connsiteX2" fmla="*/ 1966822 w 1966822"/>
              <a:gd name="connsiteY2" fmla="*/ 1820174 h 2307566"/>
              <a:gd name="connsiteX3" fmla="*/ 711679 w 1966822"/>
              <a:gd name="connsiteY3" fmla="*/ 2307566 h 2307566"/>
              <a:gd name="connsiteX4" fmla="*/ 211347 w 1966822"/>
              <a:gd name="connsiteY4" fmla="*/ 1466491 h 2307566"/>
              <a:gd name="connsiteX5" fmla="*/ 0 w 1966822"/>
              <a:gd name="connsiteY5" fmla="*/ 500332 h 2307566"/>
              <a:gd name="connsiteX6" fmla="*/ 1259456 w 1966822"/>
              <a:gd name="connsiteY6" fmla="*/ 0 h 2307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6822" h="2307566">
                <a:moveTo>
                  <a:pt x="1259456" y="0"/>
                </a:moveTo>
                <a:lnTo>
                  <a:pt x="1772728" y="884208"/>
                </a:lnTo>
                <a:lnTo>
                  <a:pt x="1966822" y="1820174"/>
                </a:lnTo>
                <a:lnTo>
                  <a:pt x="711679" y="2307566"/>
                </a:lnTo>
                <a:lnTo>
                  <a:pt x="211347" y="1466491"/>
                </a:lnTo>
                <a:lnTo>
                  <a:pt x="0" y="500332"/>
                </a:lnTo>
                <a:lnTo>
                  <a:pt x="125945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FEA563-5F76-6EE2-F06F-DE2ABCB446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800" y="709434"/>
            <a:ext cx="1336678" cy="5688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30680" y="3324796"/>
            <a:ext cx="5475768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97EE1B-C45D-B13D-FCA5-536BEA9F4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0680" y="1863083"/>
            <a:ext cx="5475768" cy="1220142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798C2-F7D3-14BB-3A87-A6D8AE61AF7E}"/>
              </a:ext>
            </a:extLst>
          </p:cNvPr>
          <p:cNvSpPr txBox="1"/>
          <p:nvPr userDrawn="1"/>
        </p:nvSpPr>
        <p:spPr>
          <a:xfrm>
            <a:off x="10480676" y="6230883"/>
            <a:ext cx="1558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UTS CRICOS 00099F</a:t>
            </a:r>
          </a:p>
          <a:p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UTS TEQSA PRV12060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DC1F4C09-EC61-63A1-9819-89F923986B2B}"/>
              </a:ext>
            </a:extLst>
          </p:cNvPr>
          <p:cNvSpPr/>
          <p:nvPr userDrawn="1"/>
        </p:nvSpPr>
        <p:spPr>
          <a:xfrm>
            <a:off x="11115480" y="824215"/>
            <a:ext cx="465985" cy="486326"/>
          </a:xfrm>
          <a:custGeom>
            <a:avLst/>
            <a:gdLst>
              <a:gd name="connsiteX0" fmla="*/ 1979629 w 4751110"/>
              <a:gd name="connsiteY0" fmla="*/ 0 h 4958499"/>
              <a:gd name="connsiteX1" fmla="*/ 4751110 w 4751110"/>
              <a:gd name="connsiteY1" fmla="*/ 1282045 h 4958499"/>
              <a:gd name="connsiteX2" fmla="*/ 3808429 w 4751110"/>
              <a:gd name="connsiteY2" fmla="*/ 3987538 h 4958499"/>
              <a:gd name="connsiteX3" fmla="*/ 2818615 w 4751110"/>
              <a:gd name="connsiteY3" fmla="*/ 4958499 h 4958499"/>
              <a:gd name="connsiteX4" fmla="*/ 0 w 4751110"/>
              <a:gd name="connsiteY4" fmla="*/ 3676453 h 4958499"/>
              <a:gd name="connsiteX5" fmla="*/ 942681 w 4751110"/>
              <a:gd name="connsiteY5" fmla="*/ 989814 h 4958499"/>
              <a:gd name="connsiteX6" fmla="*/ 1979629 w 4751110"/>
              <a:gd name="connsiteY6" fmla="*/ 0 h 4958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1110" h="4958499">
                <a:moveTo>
                  <a:pt x="1979629" y="0"/>
                </a:moveTo>
                <a:lnTo>
                  <a:pt x="4751110" y="1282045"/>
                </a:lnTo>
                <a:lnTo>
                  <a:pt x="3808429" y="3987538"/>
                </a:lnTo>
                <a:lnTo>
                  <a:pt x="2818615" y="4958499"/>
                </a:lnTo>
                <a:lnTo>
                  <a:pt x="0" y="3676453"/>
                </a:lnTo>
                <a:lnTo>
                  <a:pt x="942681" y="989814"/>
                </a:lnTo>
                <a:lnTo>
                  <a:pt x="197962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822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8547FFB-9020-1B2C-3B4F-5D6E1E3DDF39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black and white logo&#10;&#10;Description automatically generated">
            <a:extLst>
              <a:ext uri="{FF2B5EF4-FFF2-40B4-BE49-F238E27FC236}">
                <a16:creationId xmlns:a16="http://schemas.microsoft.com/office/drawing/2014/main" id="{32371101-C54D-2155-A61D-56460B364D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76648" y="684733"/>
            <a:ext cx="2721300" cy="6948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14C0EEEE-7292-C1C2-4276-A26232CA4F1C}"/>
              </a:ext>
            </a:extLst>
          </p:cNvPr>
          <p:cNvSpPr/>
          <p:nvPr userDrawn="1"/>
        </p:nvSpPr>
        <p:spPr>
          <a:xfrm>
            <a:off x="1855321" y="2145663"/>
            <a:ext cx="8500724" cy="2566674"/>
          </a:xfrm>
          <a:custGeom>
            <a:avLst/>
            <a:gdLst>
              <a:gd name="connsiteX0" fmla="*/ 0 w 8500724"/>
              <a:gd name="connsiteY0" fmla="*/ 1130937 h 2566674"/>
              <a:gd name="connsiteX1" fmla="*/ 415048 w 8500724"/>
              <a:gd name="connsiteY1" fmla="*/ 1130937 h 2566674"/>
              <a:gd name="connsiteX2" fmla="*/ 415048 w 8500724"/>
              <a:gd name="connsiteY2" fmla="*/ 1435737 h 2566674"/>
              <a:gd name="connsiteX3" fmla="*/ 0 w 8500724"/>
              <a:gd name="connsiteY3" fmla="*/ 1435737 h 2566674"/>
              <a:gd name="connsiteX4" fmla="*/ 8125838 w 8500724"/>
              <a:gd name="connsiteY4" fmla="*/ 628341 h 2566674"/>
              <a:gd name="connsiteX5" fmla="*/ 8500724 w 8500724"/>
              <a:gd name="connsiteY5" fmla="*/ 628341 h 2566674"/>
              <a:gd name="connsiteX6" fmla="*/ 8500724 w 8500724"/>
              <a:gd name="connsiteY6" fmla="*/ 1938333 h 2566674"/>
              <a:gd name="connsiteX7" fmla="*/ 8125838 w 8500724"/>
              <a:gd name="connsiteY7" fmla="*/ 1938333 h 2566674"/>
              <a:gd name="connsiteX8" fmla="*/ 8125838 w 8500724"/>
              <a:gd name="connsiteY8" fmla="*/ 1810111 h 2566674"/>
              <a:gd name="connsiteX9" fmla="*/ 8049620 w 8500724"/>
              <a:gd name="connsiteY9" fmla="*/ 1810111 h 2566674"/>
              <a:gd name="connsiteX10" fmla="*/ 8049620 w 8500724"/>
              <a:gd name="connsiteY10" fmla="*/ 756564 h 2566674"/>
              <a:gd name="connsiteX11" fmla="*/ 8125838 w 8500724"/>
              <a:gd name="connsiteY11" fmla="*/ 756564 h 2566674"/>
              <a:gd name="connsiteX12" fmla="*/ 1333802 w 8500724"/>
              <a:gd name="connsiteY12" fmla="*/ 0 h 2566674"/>
              <a:gd name="connsiteX13" fmla="*/ 4578335 w 8500724"/>
              <a:gd name="connsiteY13" fmla="*/ 0 h 2566674"/>
              <a:gd name="connsiteX14" fmla="*/ 4578335 w 8500724"/>
              <a:gd name="connsiteY14" fmla="*/ 114009 h 2566674"/>
              <a:gd name="connsiteX15" fmla="*/ 6932579 w 8500724"/>
              <a:gd name="connsiteY15" fmla="*/ 114009 h 2566674"/>
              <a:gd name="connsiteX16" fmla="*/ 6932579 w 8500724"/>
              <a:gd name="connsiteY16" fmla="*/ 628341 h 2566674"/>
              <a:gd name="connsiteX17" fmla="*/ 7516239 w 8500724"/>
              <a:gd name="connsiteY17" fmla="*/ 628341 h 2566674"/>
              <a:gd name="connsiteX18" fmla="*/ 7516239 w 8500724"/>
              <a:gd name="connsiteY18" fmla="*/ 1938333 h 2566674"/>
              <a:gd name="connsiteX19" fmla="*/ 6932579 w 8500724"/>
              <a:gd name="connsiteY19" fmla="*/ 1938333 h 2566674"/>
              <a:gd name="connsiteX20" fmla="*/ 6932579 w 8500724"/>
              <a:gd name="connsiteY20" fmla="*/ 2452666 h 2566674"/>
              <a:gd name="connsiteX21" fmla="*/ 4578335 w 8500724"/>
              <a:gd name="connsiteY21" fmla="*/ 2452666 h 2566674"/>
              <a:gd name="connsiteX22" fmla="*/ 4578335 w 8500724"/>
              <a:gd name="connsiteY22" fmla="*/ 2566674 h 2566674"/>
              <a:gd name="connsiteX23" fmla="*/ 1333802 w 8500724"/>
              <a:gd name="connsiteY23" fmla="*/ 2566674 h 2566674"/>
              <a:gd name="connsiteX24" fmla="*/ 1333802 w 8500724"/>
              <a:gd name="connsiteY24" fmla="*/ 2071278 h 2566674"/>
              <a:gd name="connsiteX25" fmla="*/ 946826 w 8500724"/>
              <a:gd name="connsiteY25" fmla="*/ 2071278 h 2566674"/>
              <a:gd name="connsiteX26" fmla="*/ 946826 w 8500724"/>
              <a:gd name="connsiteY26" fmla="*/ 495397 h 2566674"/>
              <a:gd name="connsiteX27" fmla="*/ 1333802 w 8500724"/>
              <a:gd name="connsiteY27" fmla="*/ 495397 h 25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500724" h="2566674">
                <a:moveTo>
                  <a:pt x="0" y="1130937"/>
                </a:moveTo>
                <a:lnTo>
                  <a:pt x="415048" y="1130937"/>
                </a:lnTo>
                <a:lnTo>
                  <a:pt x="415048" y="1435737"/>
                </a:lnTo>
                <a:lnTo>
                  <a:pt x="0" y="1435737"/>
                </a:lnTo>
                <a:close/>
                <a:moveTo>
                  <a:pt x="8125838" y="628341"/>
                </a:moveTo>
                <a:lnTo>
                  <a:pt x="8500724" y="628341"/>
                </a:lnTo>
                <a:lnTo>
                  <a:pt x="8500724" y="1938333"/>
                </a:lnTo>
                <a:lnTo>
                  <a:pt x="8125838" y="1938333"/>
                </a:lnTo>
                <a:lnTo>
                  <a:pt x="8125838" y="1810111"/>
                </a:lnTo>
                <a:lnTo>
                  <a:pt x="8049620" y="1810111"/>
                </a:lnTo>
                <a:lnTo>
                  <a:pt x="8049620" y="756564"/>
                </a:lnTo>
                <a:lnTo>
                  <a:pt x="8125838" y="756564"/>
                </a:lnTo>
                <a:close/>
                <a:moveTo>
                  <a:pt x="1333802" y="0"/>
                </a:moveTo>
                <a:lnTo>
                  <a:pt x="4578335" y="0"/>
                </a:lnTo>
                <a:lnTo>
                  <a:pt x="4578335" y="114009"/>
                </a:lnTo>
                <a:lnTo>
                  <a:pt x="6932579" y="114009"/>
                </a:lnTo>
                <a:lnTo>
                  <a:pt x="6932579" y="628341"/>
                </a:lnTo>
                <a:lnTo>
                  <a:pt x="7516239" y="628341"/>
                </a:lnTo>
                <a:lnTo>
                  <a:pt x="7516239" y="1938333"/>
                </a:lnTo>
                <a:lnTo>
                  <a:pt x="6932579" y="1938333"/>
                </a:lnTo>
                <a:lnTo>
                  <a:pt x="6932579" y="2452666"/>
                </a:lnTo>
                <a:lnTo>
                  <a:pt x="4578335" y="2452666"/>
                </a:lnTo>
                <a:lnTo>
                  <a:pt x="4578335" y="2566674"/>
                </a:lnTo>
                <a:lnTo>
                  <a:pt x="1333802" y="2566674"/>
                </a:lnTo>
                <a:lnTo>
                  <a:pt x="1333802" y="2071278"/>
                </a:lnTo>
                <a:lnTo>
                  <a:pt x="946826" y="2071278"/>
                </a:lnTo>
                <a:lnTo>
                  <a:pt x="946826" y="495397"/>
                </a:lnTo>
                <a:lnTo>
                  <a:pt x="1333802" y="4953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/>
                </a:solidFill>
              </a:rPr>
              <a:t>UTS TEQSA PRV12060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2767" y="3500443"/>
            <a:ext cx="4891382" cy="1041766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97EE1B-C45D-B13D-FCA5-536BEA9F4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2767" y="2102528"/>
            <a:ext cx="4891382" cy="1220142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</p:spTree>
    <p:extLst>
      <p:ext uri="{BB962C8B-B14F-4D97-AF65-F5344CB8AC3E}">
        <p14:creationId xmlns:p14="http://schemas.microsoft.com/office/powerpoint/2010/main" val="3429746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EAA0A3-4B19-78A8-C458-821FF85F5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7366" y="456951"/>
            <a:ext cx="10197268" cy="59440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BC1B78-2D27-48C7-1016-32E72AD6C010}"/>
              </a:ext>
            </a:extLst>
          </p:cNvPr>
          <p:cNvSpPr/>
          <p:nvPr userDrawn="1"/>
        </p:nvSpPr>
        <p:spPr>
          <a:xfrm>
            <a:off x="5275149" y="2539898"/>
            <a:ext cx="4954073" cy="27862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FA9ACD-4D83-7DFB-2575-BF6FC916DE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2084673" cy="21635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2F5DCD03-8D5C-0E65-BE35-CC69021C5A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360000"/>
            <a:ext cx="1364673" cy="1364673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92202" y="3920021"/>
            <a:ext cx="4871550" cy="1632039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/>
                </a:solidFill>
              </a:rPr>
              <a:t>UTS TEQSA PRV12060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00F9FB-E034-7DF1-4156-F2A844480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2202" y="2365154"/>
            <a:ext cx="4871549" cy="1342156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</p:spTree>
    <p:extLst>
      <p:ext uri="{BB962C8B-B14F-4D97-AF65-F5344CB8AC3E}">
        <p14:creationId xmlns:p14="http://schemas.microsoft.com/office/powerpoint/2010/main" val="4211006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367F659-AD99-3FC4-0647-C4127659D89D}"/>
              </a:ext>
            </a:extLst>
          </p:cNvPr>
          <p:cNvGrpSpPr/>
          <p:nvPr userDrawn="1"/>
        </p:nvGrpSpPr>
        <p:grpSpPr>
          <a:xfrm>
            <a:off x="424206" y="468828"/>
            <a:ext cx="2551067" cy="4669711"/>
            <a:chOff x="-1" y="643031"/>
            <a:chExt cx="2880000" cy="52718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A44CA0-F659-2BB4-43E0-778639853C0F}"/>
                </a:ext>
              </a:extLst>
            </p:cNvPr>
            <p:cNvSpPr/>
            <p:nvPr/>
          </p:nvSpPr>
          <p:spPr>
            <a:xfrm>
              <a:off x="-1" y="643031"/>
              <a:ext cx="2880000" cy="672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34190E-2B4A-588C-D0A5-68D4382E175E}"/>
                </a:ext>
              </a:extLst>
            </p:cNvPr>
            <p:cNvSpPr/>
            <p:nvPr/>
          </p:nvSpPr>
          <p:spPr>
            <a:xfrm>
              <a:off x="-1" y="824593"/>
              <a:ext cx="2880000" cy="2122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351900D-43DA-5373-532E-697968F896C7}"/>
                </a:ext>
              </a:extLst>
            </p:cNvPr>
            <p:cNvSpPr/>
            <p:nvPr/>
          </p:nvSpPr>
          <p:spPr>
            <a:xfrm>
              <a:off x="-1" y="1151165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75EA87-E828-98F5-7D31-C2964605080E}"/>
                </a:ext>
              </a:extLst>
            </p:cNvPr>
            <p:cNvSpPr/>
            <p:nvPr/>
          </p:nvSpPr>
          <p:spPr>
            <a:xfrm>
              <a:off x="-1" y="1370477"/>
              <a:ext cx="2880000" cy="13621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09A9A90-F3BC-0496-DD41-649073B57D0C}"/>
                </a:ext>
              </a:extLst>
            </p:cNvPr>
            <p:cNvSpPr/>
            <p:nvPr/>
          </p:nvSpPr>
          <p:spPr>
            <a:xfrm>
              <a:off x="-1" y="1303413"/>
              <a:ext cx="2880000" cy="1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4EF7FAD-4160-6BB2-FB09-40142463729F}"/>
                </a:ext>
              </a:extLst>
            </p:cNvPr>
            <p:cNvSpPr/>
            <p:nvPr/>
          </p:nvSpPr>
          <p:spPr>
            <a:xfrm flipV="1">
              <a:off x="-1" y="1723685"/>
              <a:ext cx="2880000" cy="1224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047B866-D2B0-C090-5127-B9D678DF1E24}"/>
                </a:ext>
              </a:extLst>
            </p:cNvPr>
            <p:cNvSpPr/>
            <p:nvPr/>
          </p:nvSpPr>
          <p:spPr>
            <a:xfrm flipV="1">
              <a:off x="-1" y="2287021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335060D-9AEB-A060-1874-D7BAA0AAC944}"/>
                </a:ext>
              </a:extLst>
            </p:cNvPr>
            <p:cNvSpPr/>
            <p:nvPr/>
          </p:nvSpPr>
          <p:spPr>
            <a:xfrm flipV="1">
              <a:off x="-1" y="2506333"/>
              <a:ext cx="2880000" cy="13621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06CD541-8B7B-98BE-68F7-10DE15F56E47}"/>
                </a:ext>
              </a:extLst>
            </p:cNvPr>
            <p:cNvSpPr/>
            <p:nvPr/>
          </p:nvSpPr>
          <p:spPr>
            <a:xfrm flipV="1">
              <a:off x="-1" y="2439269"/>
              <a:ext cx="2880000" cy="1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7EA9519-2A6C-8205-2692-E8802CEF8D8F}"/>
                </a:ext>
              </a:extLst>
            </p:cNvPr>
            <p:cNvSpPr/>
            <p:nvPr/>
          </p:nvSpPr>
          <p:spPr>
            <a:xfrm>
              <a:off x="-1" y="3031278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E951AF-F555-1E86-4427-494449195346}"/>
                </a:ext>
              </a:extLst>
            </p:cNvPr>
            <p:cNvSpPr/>
            <p:nvPr/>
          </p:nvSpPr>
          <p:spPr>
            <a:xfrm>
              <a:off x="-1" y="3183526"/>
              <a:ext cx="2880000" cy="1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DE844E7-3F9A-0237-C7B0-4DE2FD9B934E}"/>
                </a:ext>
              </a:extLst>
            </p:cNvPr>
            <p:cNvSpPr/>
            <p:nvPr/>
          </p:nvSpPr>
          <p:spPr>
            <a:xfrm>
              <a:off x="-1" y="2824109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1737C02-35D4-BDB5-94E9-0CBBF1432B59}"/>
                </a:ext>
              </a:extLst>
            </p:cNvPr>
            <p:cNvSpPr/>
            <p:nvPr/>
          </p:nvSpPr>
          <p:spPr>
            <a:xfrm>
              <a:off x="-1" y="3600543"/>
              <a:ext cx="2880000" cy="672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FBCADF1-4217-56FB-C352-613AC56164D5}"/>
                </a:ext>
              </a:extLst>
            </p:cNvPr>
            <p:cNvSpPr/>
            <p:nvPr/>
          </p:nvSpPr>
          <p:spPr>
            <a:xfrm>
              <a:off x="-1" y="4108677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45A59B7-F96D-FAD2-526D-8C2550D27A68}"/>
                </a:ext>
              </a:extLst>
            </p:cNvPr>
            <p:cNvSpPr/>
            <p:nvPr/>
          </p:nvSpPr>
          <p:spPr>
            <a:xfrm>
              <a:off x="-1" y="4327989"/>
              <a:ext cx="2880000" cy="13621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B078A22-E02E-F3E7-779A-976B380C0C6C}"/>
                </a:ext>
              </a:extLst>
            </p:cNvPr>
            <p:cNvSpPr/>
            <p:nvPr/>
          </p:nvSpPr>
          <p:spPr>
            <a:xfrm>
              <a:off x="-1" y="4260925"/>
              <a:ext cx="2880000" cy="1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9BFC0FA-FBAF-E015-A0D8-72CF84008EFF}"/>
                </a:ext>
              </a:extLst>
            </p:cNvPr>
            <p:cNvSpPr/>
            <p:nvPr/>
          </p:nvSpPr>
          <p:spPr>
            <a:xfrm flipV="1">
              <a:off x="-1" y="4681197"/>
              <a:ext cx="2880000" cy="1224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11292A8-FED4-AF21-D6B7-12983AB7EC2C}"/>
                </a:ext>
              </a:extLst>
            </p:cNvPr>
            <p:cNvSpPr/>
            <p:nvPr/>
          </p:nvSpPr>
          <p:spPr>
            <a:xfrm flipV="1">
              <a:off x="-1" y="5000346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583DA34-1425-5851-5709-4BD14A9AF795}"/>
                </a:ext>
              </a:extLst>
            </p:cNvPr>
            <p:cNvSpPr/>
            <p:nvPr/>
          </p:nvSpPr>
          <p:spPr>
            <a:xfrm flipV="1">
              <a:off x="-1" y="5219658"/>
              <a:ext cx="2880000" cy="13621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BEF6DF6-1A69-0F06-480C-93E3F728BEB7}"/>
                </a:ext>
              </a:extLst>
            </p:cNvPr>
            <p:cNvSpPr/>
            <p:nvPr/>
          </p:nvSpPr>
          <p:spPr>
            <a:xfrm flipV="1">
              <a:off x="-1" y="5152594"/>
              <a:ext cx="2880000" cy="1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D12B496-A233-AA92-1695-3A63A7574DC0}"/>
                </a:ext>
              </a:extLst>
            </p:cNvPr>
            <p:cNvSpPr/>
            <p:nvPr/>
          </p:nvSpPr>
          <p:spPr>
            <a:xfrm>
              <a:off x="-1" y="5744603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0C36949-3AF8-87D6-D7F8-BF8B86D60C35}"/>
                </a:ext>
              </a:extLst>
            </p:cNvPr>
            <p:cNvSpPr/>
            <p:nvPr/>
          </p:nvSpPr>
          <p:spPr>
            <a:xfrm>
              <a:off x="-1" y="5896851"/>
              <a:ext cx="2880000" cy="1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8800707-E5E9-7671-81A7-D896D56064AB}"/>
                </a:ext>
              </a:extLst>
            </p:cNvPr>
            <p:cNvSpPr/>
            <p:nvPr/>
          </p:nvSpPr>
          <p:spPr>
            <a:xfrm>
              <a:off x="-1" y="5537434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968F8E7-85C0-78AF-3976-6244532A5E87}"/>
              </a:ext>
            </a:extLst>
          </p:cNvPr>
          <p:cNvGrpSpPr/>
          <p:nvPr userDrawn="1"/>
        </p:nvGrpSpPr>
        <p:grpSpPr>
          <a:xfrm>
            <a:off x="2975273" y="1710928"/>
            <a:ext cx="2551067" cy="4669711"/>
            <a:chOff x="2551067" y="1907992"/>
            <a:chExt cx="2551067" cy="466971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35FF73B-64F1-E990-E992-7458C87B163C}"/>
                </a:ext>
              </a:extLst>
            </p:cNvPr>
            <p:cNvSpPr/>
            <p:nvPr/>
          </p:nvSpPr>
          <p:spPr>
            <a:xfrm>
              <a:off x="2551067" y="1907992"/>
              <a:ext cx="2551067" cy="5957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87ACB27-58A8-5B20-FC3D-9BF9F5901C2A}"/>
                </a:ext>
              </a:extLst>
            </p:cNvPr>
            <p:cNvSpPr/>
            <p:nvPr/>
          </p:nvSpPr>
          <p:spPr>
            <a:xfrm>
              <a:off x="2551067" y="2068817"/>
              <a:ext cx="2551067" cy="188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B3E738D-0C9E-2578-B287-343DA54352EA}"/>
                </a:ext>
              </a:extLst>
            </p:cNvPr>
            <p:cNvSpPr/>
            <p:nvPr/>
          </p:nvSpPr>
          <p:spPr>
            <a:xfrm>
              <a:off x="2551067" y="2358091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F6F575E-905D-85D7-64FB-B4B3874A7BB3}"/>
                </a:ext>
              </a:extLst>
            </p:cNvPr>
            <p:cNvSpPr/>
            <p:nvPr/>
          </p:nvSpPr>
          <p:spPr>
            <a:xfrm>
              <a:off x="2551067" y="2552354"/>
              <a:ext cx="2551067" cy="12065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AC0546F-E353-8FC4-8944-B65F3BD8FF1A}"/>
                </a:ext>
              </a:extLst>
            </p:cNvPr>
            <p:cNvSpPr/>
            <p:nvPr/>
          </p:nvSpPr>
          <p:spPr>
            <a:xfrm>
              <a:off x="2551067" y="2492950"/>
              <a:ext cx="2551067" cy="159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506481A-6186-2AF0-AA70-2D9E3DE2D421}"/>
                </a:ext>
              </a:extLst>
            </p:cNvPr>
            <p:cNvSpPr/>
            <p:nvPr/>
          </p:nvSpPr>
          <p:spPr>
            <a:xfrm flipV="1">
              <a:off x="2551067" y="2865222"/>
              <a:ext cx="2551067" cy="1084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3EDD2A9-03A5-05A3-3895-4519E5750654}"/>
                </a:ext>
              </a:extLst>
            </p:cNvPr>
            <p:cNvSpPr/>
            <p:nvPr/>
          </p:nvSpPr>
          <p:spPr>
            <a:xfrm flipV="1">
              <a:off x="2551067" y="3364217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DBBEB15-44AF-CC70-CF6B-4F49D48F0D01}"/>
                </a:ext>
              </a:extLst>
            </p:cNvPr>
            <p:cNvSpPr/>
            <p:nvPr/>
          </p:nvSpPr>
          <p:spPr>
            <a:xfrm flipV="1">
              <a:off x="2551067" y="3558481"/>
              <a:ext cx="2551067" cy="12065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0304FAC-A6B8-2240-C9EE-3F3EDD4D551E}"/>
                </a:ext>
              </a:extLst>
            </p:cNvPr>
            <p:cNvSpPr/>
            <p:nvPr/>
          </p:nvSpPr>
          <p:spPr>
            <a:xfrm flipV="1">
              <a:off x="2551067" y="3499077"/>
              <a:ext cx="2551067" cy="159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0958F1B-E6EC-19C0-6164-69563B04A51D}"/>
                </a:ext>
              </a:extLst>
            </p:cNvPr>
            <p:cNvSpPr/>
            <p:nvPr/>
          </p:nvSpPr>
          <p:spPr>
            <a:xfrm>
              <a:off x="2551067" y="4023471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1BBBB0A-738E-D559-76C4-BF52AD58DA01}"/>
                </a:ext>
              </a:extLst>
            </p:cNvPr>
            <p:cNvSpPr/>
            <p:nvPr/>
          </p:nvSpPr>
          <p:spPr>
            <a:xfrm>
              <a:off x="2551067" y="4158330"/>
              <a:ext cx="2551067" cy="159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A70A07E-A762-25BA-4168-F813EA736DDA}"/>
                </a:ext>
              </a:extLst>
            </p:cNvPr>
            <p:cNvSpPr/>
            <p:nvPr/>
          </p:nvSpPr>
          <p:spPr>
            <a:xfrm>
              <a:off x="2551067" y="3839963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0EFD1B9-7C62-1D6C-5A17-165AC7E233E1}"/>
                </a:ext>
              </a:extLst>
            </p:cNvPr>
            <p:cNvSpPr/>
            <p:nvPr/>
          </p:nvSpPr>
          <p:spPr>
            <a:xfrm>
              <a:off x="2551067" y="4527718"/>
              <a:ext cx="2551067" cy="5957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16BDE5B-41BD-CD7B-2E36-934BD9FC1E6A}"/>
                </a:ext>
              </a:extLst>
            </p:cNvPr>
            <p:cNvSpPr/>
            <p:nvPr/>
          </p:nvSpPr>
          <p:spPr>
            <a:xfrm>
              <a:off x="2551067" y="4977817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0117945-FCE0-A7C3-2A25-89100FF7A1C8}"/>
                </a:ext>
              </a:extLst>
            </p:cNvPr>
            <p:cNvSpPr/>
            <p:nvPr/>
          </p:nvSpPr>
          <p:spPr>
            <a:xfrm>
              <a:off x="2551067" y="5172081"/>
              <a:ext cx="2551067" cy="12065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8588045-3A16-2257-3AE2-54FD5FA127BB}"/>
                </a:ext>
              </a:extLst>
            </p:cNvPr>
            <p:cNvSpPr/>
            <p:nvPr/>
          </p:nvSpPr>
          <p:spPr>
            <a:xfrm>
              <a:off x="2551067" y="5112676"/>
              <a:ext cx="2551067" cy="159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C10915E-9356-9DA5-A9AA-4D5655B7F502}"/>
                </a:ext>
              </a:extLst>
            </p:cNvPr>
            <p:cNvSpPr/>
            <p:nvPr/>
          </p:nvSpPr>
          <p:spPr>
            <a:xfrm flipV="1">
              <a:off x="2551067" y="5484948"/>
              <a:ext cx="2551067" cy="1084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5416049-C17D-D195-7CE8-6D3723696C18}"/>
                </a:ext>
              </a:extLst>
            </p:cNvPr>
            <p:cNvSpPr/>
            <p:nvPr/>
          </p:nvSpPr>
          <p:spPr>
            <a:xfrm flipV="1">
              <a:off x="2551067" y="5767646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77FD06D-D23F-CA87-A684-DFCB5A67740C}"/>
                </a:ext>
              </a:extLst>
            </p:cNvPr>
            <p:cNvSpPr/>
            <p:nvPr/>
          </p:nvSpPr>
          <p:spPr>
            <a:xfrm flipV="1">
              <a:off x="2551067" y="5961910"/>
              <a:ext cx="2551067" cy="12065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0897D5B-2081-00D3-0EB2-F258FB866B4E}"/>
                </a:ext>
              </a:extLst>
            </p:cNvPr>
            <p:cNvSpPr/>
            <p:nvPr/>
          </p:nvSpPr>
          <p:spPr>
            <a:xfrm flipV="1">
              <a:off x="2551067" y="5902505"/>
              <a:ext cx="2551067" cy="159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851D98C-33A4-07C6-2127-E1A0FC61DE09}"/>
                </a:ext>
              </a:extLst>
            </p:cNvPr>
            <p:cNvSpPr/>
            <p:nvPr/>
          </p:nvSpPr>
          <p:spPr>
            <a:xfrm>
              <a:off x="2551067" y="6426899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08D0D7D-3537-5089-8FC9-9CDB1DD75DB9}"/>
                </a:ext>
              </a:extLst>
            </p:cNvPr>
            <p:cNvSpPr/>
            <p:nvPr/>
          </p:nvSpPr>
          <p:spPr>
            <a:xfrm>
              <a:off x="2551067" y="6561759"/>
              <a:ext cx="2551067" cy="159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F20E5D9-66F0-9D67-FB95-4081E77FF9C6}"/>
                </a:ext>
              </a:extLst>
            </p:cNvPr>
            <p:cNvSpPr/>
            <p:nvPr/>
          </p:nvSpPr>
          <p:spPr>
            <a:xfrm>
              <a:off x="2551067" y="6243392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3AA64156-5140-4178-2389-CF8BBDB74B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9619" y="776566"/>
            <a:ext cx="763200" cy="7632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9011" y="3920021"/>
            <a:ext cx="4871550" cy="1632039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UTS TEQSA PRV12060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00F9FB-E034-7DF1-4156-F2A844480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9011" y="2365154"/>
            <a:ext cx="4871549" cy="1342156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</p:spTree>
    <p:extLst>
      <p:ext uri="{BB962C8B-B14F-4D97-AF65-F5344CB8AC3E}">
        <p14:creationId xmlns:p14="http://schemas.microsoft.com/office/powerpoint/2010/main" val="996969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9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iversity of Technology Sydney logo">
            <a:extLst>
              <a:ext uri="{FF2B5EF4-FFF2-40B4-BE49-F238E27FC236}">
                <a16:creationId xmlns:a16="http://schemas.microsoft.com/office/drawing/2014/main" id="{60D35E41-ADDC-4A31-7C92-61C728DE2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177" y="748881"/>
            <a:ext cx="762162" cy="762162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27327" y="3920021"/>
            <a:ext cx="4389370" cy="1632039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2"/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2"/>
                </a:solidFill>
              </a:rPr>
              <a:t>UTS TEQSA PRV12060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00F9FB-E034-7DF1-4156-F2A844480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27327" y="2365154"/>
            <a:ext cx="4389369" cy="1342156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D0A20C4-91AC-5703-3EC3-A244534BF80F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44645" y="748880"/>
            <a:ext cx="6165415" cy="5360238"/>
          </a:xfrm>
          <a:custGeom>
            <a:avLst/>
            <a:gdLst>
              <a:gd name="connsiteX0" fmla="*/ 6165414 w 6165415"/>
              <a:gd name="connsiteY0" fmla="*/ 4621842 h 5360238"/>
              <a:gd name="connsiteX1" fmla="*/ 6165415 w 6165415"/>
              <a:gd name="connsiteY1" fmla="*/ 4621842 h 5360238"/>
              <a:gd name="connsiteX2" fmla="*/ 6165415 w 6165415"/>
              <a:gd name="connsiteY2" fmla="*/ 5360238 h 5360238"/>
              <a:gd name="connsiteX3" fmla="*/ 5411765 w 6165415"/>
              <a:gd name="connsiteY3" fmla="*/ 5360238 h 5360238"/>
              <a:gd name="connsiteX4" fmla="*/ 5411765 w 6165415"/>
              <a:gd name="connsiteY4" fmla="*/ 5359972 h 5360238"/>
              <a:gd name="connsiteX5" fmla="*/ 6165414 w 6165415"/>
              <a:gd name="connsiteY5" fmla="*/ 5359972 h 5360238"/>
              <a:gd name="connsiteX6" fmla="*/ 0 w 6165415"/>
              <a:gd name="connsiteY6" fmla="*/ 4621842 h 5360238"/>
              <a:gd name="connsiteX7" fmla="*/ 608 w 6165415"/>
              <a:gd name="connsiteY7" fmla="*/ 4621842 h 5360238"/>
              <a:gd name="connsiteX8" fmla="*/ 608 w 6165415"/>
              <a:gd name="connsiteY8" fmla="*/ 5359972 h 5360238"/>
              <a:gd name="connsiteX9" fmla="*/ 753649 w 6165415"/>
              <a:gd name="connsiteY9" fmla="*/ 5359972 h 5360238"/>
              <a:gd name="connsiteX10" fmla="*/ 753649 w 6165415"/>
              <a:gd name="connsiteY10" fmla="*/ 5360238 h 5360238"/>
              <a:gd name="connsiteX11" fmla="*/ 0 w 6165415"/>
              <a:gd name="connsiteY11" fmla="*/ 5360238 h 5360238"/>
              <a:gd name="connsiteX12" fmla="*/ 6165414 w 6165415"/>
              <a:gd name="connsiteY12" fmla="*/ 2310325 h 5360238"/>
              <a:gd name="connsiteX13" fmla="*/ 6165415 w 6165415"/>
              <a:gd name="connsiteY13" fmla="*/ 2310325 h 5360238"/>
              <a:gd name="connsiteX14" fmla="*/ 6165415 w 6165415"/>
              <a:gd name="connsiteY14" fmla="*/ 3823912 h 5360238"/>
              <a:gd name="connsiteX15" fmla="*/ 6165414 w 6165415"/>
              <a:gd name="connsiteY15" fmla="*/ 3823912 h 5360238"/>
              <a:gd name="connsiteX16" fmla="*/ 5411765 w 6165415"/>
              <a:gd name="connsiteY16" fmla="*/ 732603 h 5360238"/>
              <a:gd name="connsiteX17" fmla="*/ 5413164 w 6165415"/>
              <a:gd name="connsiteY17" fmla="*/ 732603 h 5360238"/>
              <a:gd name="connsiteX18" fmla="*/ 5413164 w 6165415"/>
              <a:gd name="connsiteY18" fmla="*/ 738662 h 5360238"/>
              <a:gd name="connsiteX19" fmla="*/ 5411765 w 6165415"/>
              <a:gd name="connsiteY19" fmla="*/ 738662 h 5360238"/>
              <a:gd name="connsiteX20" fmla="*/ 6165414 w 6165415"/>
              <a:gd name="connsiteY20" fmla="*/ 266 h 5360238"/>
              <a:gd name="connsiteX21" fmla="*/ 6165415 w 6165415"/>
              <a:gd name="connsiteY21" fmla="*/ 266 h 5360238"/>
              <a:gd name="connsiteX22" fmla="*/ 6165415 w 6165415"/>
              <a:gd name="connsiteY22" fmla="*/ 738662 h 5360238"/>
              <a:gd name="connsiteX23" fmla="*/ 6165414 w 6165415"/>
              <a:gd name="connsiteY23" fmla="*/ 738662 h 5360238"/>
              <a:gd name="connsiteX24" fmla="*/ 764666 w 6165415"/>
              <a:gd name="connsiteY24" fmla="*/ 0 h 5360238"/>
              <a:gd name="connsiteX25" fmla="*/ 6165414 w 6165415"/>
              <a:gd name="connsiteY25" fmla="*/ 0 h 5360238"/>
              <a:gd name="connsiteX26" fmla="*/ 6165414 w 6165415"/>
              <a:gd name="connsiteY26" fmla="*/ 266 h 5360238"/>
              <a:gd name="connsiteX27" fmla="*/ 5411765 w 6165415"/>
              <a:gd name="connsiteY27" fmla="*/ 266 h 5360238"/>
              <a:gd name="connsiteX28" fmla="*/ 5411765 w 6165415"/>
              <a:gd name="connsiteY28" fmla="*/ 732603 h 5360238"/>
              <a:gd name="connsiteX29" fmla="*/ 4659514 w 6165415"/>
              <a:gd name="connsiteY29" fmla="*/ 732603 h 5360238"/>
              <a:gd name="connsiteX30" fmla="*/ 4659514 w 6165415"/>
              <a:gd name="connsiteY30" fmla="*/ 1470999 h 5360238"/>
              <a:gd name="connsiteX31" fmla="*/ 5413164 w 6165415"/>
              <a:gd name="connsiteY31" fmla="*/ 1470999 h 5360238"/>
              <a:gd name="connsiteX32" fmla="*/ 5413164 w 6165415"/>
              <a:gd name="connsiteY32" fmla="*/ 738662 h 5360238"/>
              <a:gd name="connsiteX33" fmla="*/ 6165414 w 6165415"/>
              <a:gd name="connsiteY33" fmla="*/ 738662 h 5360238"/>
              <a:gd name="connsiteX34" fmla="*/ 6165414 w 6165415"/>
              <a:gd name="connsiteY34" fmla="*/ 2310325 h 5360238"/>
              <a:gd name="connsiteX35" fmla="*/ 5411765 w 6165415"/>
              <a:gd name="connsiteY35" fmla="*/ 2310325 h 5360238"/>
              <a:gd name="connsiteX36" fmla="*/ 5411765 w 6165415"/>
              <a:gd name="connsiteY36" fmla="*/ 3823912 h 5360238"/>
              <a:gd name="connsiteX37" fmla="*/ 6165414 w 6165415"/>
              <a:gd name="connsiteY37" fmla="*/ 3823912 h 5360238"/>
              <a:gd name="connsiteX38" fmla="*/ 6165414 w 6165415"/>
              <a:gd name="connsiteY38" fmla="*/ 4621842 h 5360238"/>
              <a:gd name="connsiteX39" fmla="*/ 5411765 w 6165415"/>
              <a:gd name="connsiteY39" fmla="*/ 4621842 h 5360238"/>
              <a:gd name="connsiteX40" fmla="*/ 5411765 w 6165415"/>
              <a:gd name="connsiteY40" fmla="*/ 5359972 h 5360238"/>
              <a:gd name="connsiteX41" fmla="*/ 753649 w 6165415"/>
              <a:gd name="connsiteY41" fmla="*/ 5359972 h 5360238"/>
              <a:gd name="connsiteX42" fmla="*/ 753649 w 6165415"/>
              <a:gd name="connsiteY42" fmla="*/ 4621842 h 5360238"/>
              <a:gd name="connsiteX43" fmla="*/ 608 w 6165415"/>
              <a:gd name="connsiteY43" fmla="*/ 4621842 h 5360238"/>
              <a:gd name="connsiteX44" fmla="*/ 608 w 6165415"/>
              <a:gd name="connsiteY44" fmla="*/ 738396 h 5360238"/>
              <a:gd name="connsiteX45" fmla="*/ 764666 w 6165415"/>
              <a:gd name="connsiteY45" fmla="*/ 738396 h 5360238"/>
              <a:gd name="connsiteX46" fmla="*/ 606 w 6165415"/>
              <a:gd name="connsiteY46" fmla="*/ 0 h 5360238"/>
              <a:gd name="connsiteX47" fmla="*/ 608 w 6165415"/>
              <a:gd name="connsiteY47" fmla="*/ 0 h 5360238"/>
              <a:gd name="connsiteX48" fmla="*/ 608 w 6165415"/>
              <a:gd name="connsiteY48" fmla="*/ 738396 h 5360238"/>
              <a:gd name="connsiteX49" fmla="*/ 606 w 6165415"/>
              <a:gd name="connsiteY49" fmla="*/ 738396 h 536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6165415" h="5360238">
                <a:moveTo>
                  <a:pt x="6165414" y="4621842"/>
                </a:moveTo>
                <a:lnTo>
                  <a:pt x="6165415" y="4621842"/>
                </a:lnTo>
                <a:lnTo>
                  <a:pt x="6165415" y="5360238"/>
                </a:lnTo>
                <a:lnTo>
                  <a:pt x="5411765" y="5360238"/>
                </a:lnTo>
                <a:lnTo>
                  <a:pt x="5411765" y="5359972"/>
                </a:lnTo>
                <a:lnTo>
                  <a:pt x="6165414" y="5359972"/>
                </a:lnTo>
                <a:close/>
                <a:moveTo>
                  <a:pt x="0" y="4621842"/>
                </a:moveTo>
                <a:lnTo>
                  <a:pt x="608" y="4621842"/>
                </a:lnTo>
                <a:lnTo>
                  <a:pt x="608" y="5359972"/>
                </a:lnTo>
                <a:lnTo>
                  <a:pt x="753649" y="5359972"/>
                </a:lnTo>
                <a:lnTo>
                  <a:pt x="753649" y="5360238"/>
                </a:lnTo>
                <a:lnTo>
                  <a:pt x="0" y="5360238"/>
                </a:lnTo>
                <a:close/>
                <a:moveTo>
                  <a:pt x="6165414" y="2310325"/>
                </a:moveTo>
                <a:lnTo>
                  <a:pt x="6165415" y="2310325"/>
                </a:lnTo>
                <a:lnTo>
                  <a:pt x="6165415" y="3823912"/>
                </a:lnTo>
                <a:lnTo>
                  <a:pt x="6165414" y="3823912"/>
                </a:lnTo>
                <a:close/>
                <a:moveTo>
                  <a:pt x="5411765" y="732603"/>
                </a:moveTo>
                <a:lnTo>
                  <a:pt x="5413164" y="732603"/>
                </a:lnTo>
                <a:lnTo>
                  <a:pt x="5413164" y="738662"/>
                </a:lnTo>
                <a:lnTo>
                  <a:pt x="5411765" y="738662"/>
                </a:lnTo>
                <a:close/>
                <a:moveTo>
                  <a:pt x="6165414" y="266"/>
                </a:moveTo>
                <a:lnTo>
                  <a:pt x="6165415" y="266"/>
                </a:lnTo>
                <a:lnTo>
                  <a:pt x="6165415" y="738662"/>
                </a:lnTo>
                <a:lnTo>
                  <a:pt x="6165414" y="738662"/>
                </a:lnTo>
                <a:close/>
                <a:moveTo>
                  <a:pt x="764666" y="0"/>
                </a:moveTo>
                <a:lnTo>
                  <a:pt x="6165414" y="0"/>
                </a:lnTo>
                <a:lnTo>
                  <a:pt x="6165414" y="266"/>
                </a:lnTo>
                <a:lnTo>
                  <a:pt x="5411765" y="266"/>
                </a:lnTo>
                <a:lnTo>
                  <a:pt x="5411765" y="732603"/>
                </a:lnTo>
                <a:lnTo>
                  <a:pt x="4659514" y="732603"/>
                </a:lnTo>
                <a:lnTo>
                  <a:pt x="4659514" y="1470999"/>
                </a:lnTo>
                <a:lnTo>
                  <a:pt x="5413164" y="1470999"/>
                </a:lnTo>
                <a:lnTo>
                  <a:pt x="5413164" y="738662"/>
                </a:lnTo>
                <a:lnTo>
                  <a:pt x="6165414" y="738662"/>
                </a:lnTo>
                <a:lnTo>
                  <a:pt x="6165414" y="2310325"/>
                </a:lnTo>
                <a:lnTo>
                  <a:pt x="5411765" y="2310325"/>
                </a:lnTo>
                <a:lnTo>
                  <a:pt x="5411765" y="3823912"/>
                </a:lnTo>
                <a:lnTo>
                  <a:pt x="6165414" y="3823912"/>
                </a:lnTo>
                <a:lnTo>
                  <a:pt x="6165414" y="4621842"/>
                </a:lnTo>
                <a:lnTo>
                  <a:pt x="5411765" y="4621842"/>
                </a:lnTo>
                <a:lnTo>
                  <a:pt x="5411765" y="5359972"/>
                </a:lnTo>
                <a:lnTo>
                  <a:pt x="753649" y="5359972"/>
                </a:lnTo>
                <a:lnTo>
                  <a:pt x="753649" y="4621842"/>
                </a:lnTo>
                <a:lnTo>
                  <a:pt x="608" y="4621842"/>
                </a:lnTo>
                <a:lnTo>
                  <a:pt x="608" y="738396"/>
                </a:lnTo>
                <a:lnTo>
                  <a:pt x="764666" y="738396"/>
                </a:lnTo>
                <a:close/>
                <a:moveTo>
                  <a:pt x="606" y="0"/>
                </a:moveTo>
                <a:lnTo>
                  <a:pt x="608" y="0"/>
                </a:lnTo>
                <a:lnTo>
                  <a:pt x="608" y="738396"/>
                </a:lnTo>
                <a:lnTo>
                  <a:pt x="606" y="738396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043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0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2036A0-9C1A-0468-5464-F3F1D3862515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7029714" y="0"/>
            <a:ext cx="5162286" cy="6869017"/>
          </a:xfrm>
          <a:custGeom>
            <a:avLst/>
            <a:gdLst>
              <a:gd name="connsiteX0" fmla="*/ 0 w 5168970"/>
              <a:gd name="connsiteY0" fmla="*/ 0 h 6858000"/>
              <a:gd name="connsiteX1" fmla="*/ 2402022 w 5168970"/>
              <a:gd name="connsiteY1" fmla="*/ 0 h 6858000"/>
              <a:gd name="connsiteX2" fmla="*/ 5168970 w 5168970"/>
              <a:gd name="connsiteY2" fmla="*/ 0 h 6858000"/>
              <a:gd name="connsiteX3" fmla="*/ 5168970 w 5168970"/>
              <a:gd name="connsiteY3" fmla="*/ 6858000 h 6858000"/>
              <a:gd name="connsiteX4" fmla="*/ 2402022 w 5168970"/>
              <a:gd name="connsiteY4" fmla="*/ 6858000 h 6858000"/>
              <a:gd name="connsiteX5" fmla="*/ 2386664 w 5168970"/>
              <a:gd name="connsiteY5" fmla="*/ 6858000 h 6858000"/>
              <a:gd name="connsiteX6" fmla="*/ 2386664 w 5168970"/>
              <a:gd name="connsiteY6" fmla="*/ 68141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8970" h="6858000">
                <a:moveTo>
                  <a:pt x="0" y="0"/>
                </a:moveTo>
                <a:lnTo>
                  <a:pt x="2402022" y="0"/>
                </a:lnTo>
                <a:lnTo>
                  <a:pt x="5168970" y="0"/>
                </a:lnTo>
                <a:lnTo>
                  <a:pt x="5168970" y="6858000"/>
                </a:lnTo>
                <a:lnTo>
                  <a:pt x="2402022" y="6858000"/>
                </a:lnTo>
                <a:lnTo>
                  <a:pt x="2386664" y="6858000"/>
                </a:lnTo>
                <a:lnTo>
                  <a:pt x="2386664" y="6814151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pic>
        <p:nvPicPr>
          <p:cNvPr id="27" name="Picture 26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3F9C3A83-8035-A222-78E6-7870A88F48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889" y="459115"/>
            <a:ext cx="1364673" cy="1364673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3209" y="3904488"/>
            <a:ext cx="5878783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97EE1B-C45D-B13D-FCA5-536BEA9F4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209" y="2442775"/>
            <a:ext cx="5878783" cy="1220142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813209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UTS TEQSA PRV12060</a:t>
            </a:r>
          </a:p>
        </p:txBody>
      </p:sp>
    </p:spTree>
    <p:extLst>
      <p:ext uri="{BB962C8B-B14F-4D97-AF65-F5344CB8AC3E}">
        <p14:creationId xmlns:p14="http://schemas.microsoft.com/office/powerpoint/2010/main" val="688474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D4398BB-900D-9939-53C4-8EDD0295FF1F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1709102"/>
            <a:ext cx="10485786" cy="5148898"/>
          </a:xfrm>
          <a:solidFill>
            <a:schemeClr val="bg2">
              <a:lumMod val="20000"/>
              <a:lumOff val="80000"/>
            </a:schemeClr>
          </a:solidFill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E1936E-A959-6E58-DCE9-983302FA6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2059" y="843859"/>
            <a:ext cx="869492" cy="867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B14283B-2F78-9B02-45C1-2839A3402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015574"/>
          </a:xfrm>
          <a:custGeom>
            <a:avLst/>
            <a:gdLst>
              <a:gd name="connsiteX0" fmla="*/ 0 w 12192000"/>
              <a:gd name="connsiteY0" fmla="*/ 0 h 6015574"/>
              <a:gd name="connsiteX1" fmla="*/ 11353800 w 12192000"/>
              <a:gd name="connsiteY1" fmla="*/ 0 h 6015574"/>
              <a:gd name="connsiteX2" fmla="*/ 11353800 w 12192000"/>
              <a:gd name="connsiteY2" fmla="*/ 1711104 h 6015574"/>
              <a:gd name="connsiteX3" fmla="*/ 10480676 w 12192000"/>
              <a:gd name="connsiteY3" fmla="*/ 1711104 h 6015574"/>
              <a:gd name="connsiteX4" fmla="*/ 10480676 w 12192000"/>
              <a:gd name="connsiteY4" fmla="*/ 2539898 h 6015574"/>
              <a:gd name="connsiteX5" fmla="*/ 12192000 w 12192000"/>
              <a:gd name="connsiteY5" fmla="*/ 2539898 h 6015574"/>
              <a:gd name="connsiteX6" fmla="*/ 12192000 w 12192000"/>
              <a:gd name="connsiteY6" fmla="*/ 5146895 h 6015574"/>
              <a:gd name="connsiteX7" fmla="*/ 11353800 w 12192000"/>
              <a:gd name="connsiteY7" fmla="*/ 5146895 h 6015574"/>
              <a:gd name="connsiteX8" fmla="*/ 11353800 w 12192000"/>
              <a:gd name="connsiteY8" fmla="*/ 5148329 h 6015574"/>
              <a:gd name="connsiteX9" fmla="*/ 11353800 w 12192000"/>
              <a:gd name="connsiteY9" fmla="*/ 5715937 h 6015574"/>
              <a:gd name="connsiteX10" fmla="*/ 11353800 w 12192000"/>
              <a:gd name="connsiteY10" fmla="*/ 6015574 h 6015574"/>
              <a:gd name="connsiteX11" fmla="*/ 10484308 w 12192000"/>
              <a:gd name="connsiteY11" fmla="*/ 6015574 h 6015574"/>
              <a:gd name="connsiteX12" fmla="*/ 10484308 w 12192000"/>
              <a:gd name="connsiteY12" fmla="*/ 5715937 h 6015574"/>
              <a:gd name="connsiteX13" fmla="*/ 10480676 w 12192000"/>
              <a:gd name="connsiteY13" fmla="*/ 5715937 h 6015574"/>
              <a:gd name="connsiteX14" fmla="*/ 10480676 w 12192000"/>
              <a:gd name="connsiteY14" fmla="*/ 5146895 h 6015574"/>
              <a:gd name="connsiteX15" fmla="*/ 5329646 w 12192000"/>
              <a:gd name="connsiteY15" fmla="*/ 5146895 h 6015574"/>
              <a:gd name="connsiteX16" fmla="*/ 5329646 w 12192000"/>
              <a:gd name="connsiteY16" fmla="*/ 2539898 h 6015574"/>
              <a:gd name="connsiteX17" fmla="*/ 5329646 w 12192000"/>
              <a:gd name="connsiteY17" fmla="*/ 1711104 h 6015574"/>
              <a:gd name="connsiteX18" fmla="*/ 0 w 12192000"/>
              <a:gd name="connsiteY18" fmla="*/ 1711104 h 6015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6015574">
                <a:moveTo>
                  <a:pt x="0" y="0"/>
                </a:moveTo>
                <a:lnTo>
                  <a:pt x="11353800" y="0"/>
                </a:lnTo>
                <a:lnTo>
                  <a:pt x="11353800" y="1711104"/>
                </a:lnTo>
                <a:lnTo>
                  <a:pt x="10480676" y="1711104"/>
                </a:lnTo>
                <a:lnTo>
                  <a:pt x="10480676" y="2539898"/>
                </a:lnTo>
                <a:lnTo>
                  <a:pt x="12192000" y="2539898"/>
                </a:lnTo>
                <a:lnTo>
                  <a:pt x="12192000" y="5146895"/>
                </a:lnTo>
                <a:lnTo>
                  <a:pt x="11353800" y="5146895"/>
                </a:lnTo>
                <a:lnTo>
                  <a:pt x="11353800" y="5148329"/>
                </a:lnTo>
                <a:lnTo>
                  <a:pt x="11353800" y="5715937"/>
                </a:lnTo>
                <a:lnTo>
                  <a:pt x="11353800" y="6015574"/>
                </a:lnTo>
                <a:lnTo>
                  <a:pt x="10484308" y="6015574"/>
                </a:lnTo>
                <a:lnTo>
                  <a:pt x="10484308" y="5715937"/>
                </a:lnTo>
                <a:lnTo>
                  <a:pt x="10480676" y="5715937"/>
                </a:lnTo>
                <a:lnTo>
                  <a:pt x="10480676" y="5146895"/>
                </a:lnTo>
                <a:lnTo>
                  <a:pt x="5329646" y="5146895"/>
                </a:lnTo>
                <a:lnTo>
                  <a:pt x="5329646" y="2539898"/>
                </a:lnTo>
                <a:lnTo>
                  <a:pt x="5329646" y="1711104"/>
                </a:lnTo>
                <a:lnTo>
                  <a:pt x="0" y="17111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2"/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2"/>
                </a:solidFill>
              </a:rPr>
              <a:t>UTS TEQSA PRV12060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95904" y="3840646"/>
            <a:ext cx="5126156" cy="1218809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97EE1B-C45D-B13D-FCA5-536BEA9F4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5904" y="2378933"/>
            <a:ext cx="5126156" cy="1220142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D98D13-6DCD-0016-BD46-9F217B1AD2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500" y="644120"/>
            <a:ext cx="1336678" cy="5688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9D0CBD4-35F8-21E9-B276-E74E04F58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26411" y="841857"/>
            <a:ext cx="869492" cy="8672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63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325FF16-7722-5F61-05AA-1875B488BA1B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A3B411B-B391-B81E-FC62-1BB5D0E7D4C3}"/>
              </a:ext>
            </a:extLst>
          </p:cNvPr>
          <p:cNvGrpSpPr/>
          <p:nvPr userDrawn="1"/>
        </p:nvGrpSpPr>
        <p:grpSpPr>
          <a:xfrm>
            <a:off x="751705" y="1935956"/>
            <a:ext cx="4846860" cy="2055318"/>
            <a:chOff x="851717" y="1774363"/>
            <a:chExt cx="5362701" cy="227406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C92B243-EC28-12FF-390F-8C048E69D1D7}"/>
                </a:ext>
              </a:extLst>
            </p:cNvPr>
            <p:cNvSpPr/>
            <p:nvPr/>
          </p:nvSpPr>
          <p:spPr>
            <a:xfrm rot="9120000">
              <a:off x="4146128" y="3113057"/>
              <a:ext cx="614145" cy="9353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4791ACA-41B1-4176-79E0-BBD3FA465044}"/>
                </a:ext>
              </a:extLst>
            </p:cNvPr>
            <p:cNvSpPr/>
            <p:nvPr/>
          </p:nvSpPr>
          <p:spPr>
            <a:xfrm rot="3120000">
              <a:off x="4015804" y="1784702"/>
              <a:ext cx="615393" cy="9353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086F8C5-A52B-F6B7-EBFB-65CCDBDD051C}"/>
                </a:ext>
              </a:extLst>
            </p:cNvPr>
            <p:cNvSpPr/>
            <p:nvPr/>
          </p:nvSpPr>
          <p:spPr>
            <a:xfrm rot="3600000">
              <a:off x="1011704" y="3098771"/>
              <a:ext cx="615393" cy="9353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B94432-F5CC-8E95-290E-F75A38D41A58}"/>
                </a:ext>
              </a:extLst>
            </p:cNvPr>
            <p:cNvSpPr/>
            <p:nvPr/>
          </p:nvSpPr>
          <p:spPr>
            <a:xfrm rot="6300000">
              <a:off x="2483828" y="1774363"/>
              <a:ext cx="615393" cy="9353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C1EA1FF-6B53-AC7A-BBF6-BC7B16B29B79}"/>
                </a:ext>
              </a:extLst>
            </p:cNvPr>
            <p:cNvSpPr/>
            <p:nvPr/>
          </p:nvSpPr>
          <p:spPr>
            <a:xfrm rot="9300000">
              <a:off x="2479707" y="3098770"/>
              <a:ext cx="615393" cy="93536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C92A578-D990-54DB-E5DC-6A565DAE7806}"/>
                </a:ext>
              </a:extLst>
            </p:cNvPr>
            <p:cNvSpPr/>
            <p:nvPr/>
          </p:nvSpPr>
          <p:spPr>
            <a:xfrm rot="10282725">
              <a:off x="5443159" y="1774363"/>
              <a:ext cx="615393" cy="9353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73EB7A3-99E6-3E48-6672-F47822204DC0}"/>
                </a:ext>
              </a:extLst>
            </p:cNvPr>
            <p:cNvSpPr/>
            <p:nvPr/>
          </p:nvSpPr>
          <p:spPr>
            <a:xfrm rot="14363139">
              <a:off x="5439038" y="3098770"/>
              <a:ext cx="615393" cy="935367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 descr="A black and white logo&#10;&#10;Description automatically generated">
            <a:extLst>
              <a:ext uri="{FF2B5EF4-FFF2-40B4-BE49-F238E27FC236}">
                <a16:creationId xmlns:a16="http://schemas.microsoft.com/office/drawing/2014/main" id="{CEC9C943-64B9-0FBA-A8C0-3053C85D6D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623" y="684733"/>
            <a:ext cx="2721300" cy="694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E975D0-2211-0BCA-2AF9-62734459A835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/>
                </a:solidFill>
              </a:rPr>
              <a:t>UTS TEQSA PRV12060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8981D4A5-BE88-8C2E-3702-4FCB8B0EE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9113" y="2736679"/>
            <a:ext cx="4773601" cy="1218809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92CA0CF-B05A-7BB8-39FE-9E9A5B76C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49113" y="1274966"/>
            <a:ext cx="4773601" cy="1220142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</p:spTree>
    <p:extLst>
      <p:ext uri="{BB962C8B-B14F-4D97-AF65-F5344CB8AC3E}">
        <p14:creationId xmlns:p14="http://schemas.microsoft.com/office/powerpoint/2010/main" val="3993701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1388298"/>
            <a:ext cx="5246473" cy="408140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20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2F5F3C4-519B-BDE2-0A7F-6CFBA49C1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589218"/>
            <a:ext cx="10326658" cy="673974"/>
          </a:xfrm>
        </p:spPr>
        <p:txBody>
          <a:bodyPr anchor="t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25FFF1-F2FD-A592-198C-43B268296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40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108EE7-E331-CE3D-E3A6-364D6C32CF79}"/>
              </a:ext>
            </a:extLst>
          </p:cNvPr>
          <p:cNvSpPr/>
          <p:nvPr userDrawn="1"/>
        </p:nvSpPr>
        <p:spPr>
          <a:xfrm>
            <a:off x="0" y="0"/>
            <a:ext cx="12192000" cy="68663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62E718-FE7D-D7FB-7F51-58B7346A60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800" y="531579"/>
            <a:ext cx="1336678" cy="568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3AB355-6F4F-412C-00BE-B5B01C2967AF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UTS TEQSA PRV12060</a:t>
            </a:r>
          </a:p>
        </p:txBody>
      </p:sp>
    </p:spTree>
    <p:extLst>
      <p:ext uri="{BB962C8B-B14F-4D97-AF65-F5344CB8AC3E}">
        <p14:creationId xmlns:p14="http://schemas.microsoft.com/office/powerpoint/2010/main" val="35375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175728" y="2441842"/>
            <a:ext cx="5001987" cy="1201854"/>
          </a:xfrm>
        </p:spPr>
        <p:txBody>
          <a:bodyPr lIns="0" tIns="0" rIns="0" bIns="54000" anchor="b">
            <a:noAutofit/>
          </a:bodyPr>
          <a:lstStyle>
            <a:lvl1pPr algn="l">
              <a:defRPr lang="en-AU" sz="3600" b="0" i="0" spc="-20" baseline="0" smtClean="0">
                <a:solidFill>
                  <a:schemeClr val="accent2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75728" y="3661984"/>
            <a:ext cx="5001987" cy="1483672"/>
          </a:xfrm>
        </p:spPr>
        <p:txBody>
          <a:bodyPr lIns="0" tIns="5400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AU" sz="20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8BE6BE7-CC72-B7AE-FDF8-C128F5923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D9B1C2D-71CA-8E5F-38DB-4A1ABA850995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23988" y="1336130"/>
            <a:ext cx="4939315" cy="4688338"/>
          </a:xfrm>
          <a:custGeom>
            <a:avLst/>
            <a:gdLst>
              <a:gd name="connsiteX0" fmla="*/ 1279718 w 4939315"/>
              <a:gd name="connsiteY0" fmla="*/ 587 h 4688338"/>
              <a:gd name="connsiteX1" fmla="*/ 2671555 w 4939315"/>
              <a:gd name="connsiteY1" fmla="*/ 795887 h 4688338"/>
              <a:gd name="connsiteX2" fmla="*/ 2683334 w 4939315"/>
              <a:gd name="connsiteY2" fmla="*/ 811881 h 4688338"/>
              <a:gd name="connsiteX3" fmla="*/ 2701423 w 4939315"/>
              <a:gd name="connsiteY3" fmla="*/ 796866 h 4688338"/>
              <a:gd name="connsiteX4" fmla="*/ 3423805 w 4939315"/>
              <a:gd name="connsiteY4" fmla="*/ 546944 h 4688338"/>
              <a:gd name="connsiteX5" fmla="*/ 4939315 w 4939315"/>
              <a:gd name="connsiteY5" fmla="*/ 2617641 h 4688338"/>
              <a:gd name="connsiteX6" fmla="*/ 3423805 w 4939315"/>
              <a:gd name="connsiteY6" fmla="*/ 4688338 h 4688338"/>
              <a:gd name="connsiteX7" fmla="*/ 2352178 w 4939315"/>
              <a:gd name="connsiteY7" fmla="*/ 4081845 h 4688338"/>
              <a:gd name="connsiteX8" fmla="*/ 2254635 w 4939315"/>
              <a:gd name="connsiteY8" fmla="*/ 3935205 h 4688338"/>
              <a:gd name="connsiteX9" fmla="*/ 2239691 w 4939315"/>
              <a:gd name="connsiteY9" fmla="*/ 3938913 h 4688338"/>
              <a:gd name="connsiteX10" fmla="*/ 269256 w 4939315"/>
              <a:gd name="connsiteY10" fmla="*/ 2636217 h 4688338"/>
              <a:gd name="connsiteX11" fmla="*/ 736241 w 4939315"/>
              <a:gd name="connsiteY11" fmla="*/ 113028 h 4688338"/>
              <a:gd name="connsiteX12" fmla="*/ 1182670 w 4939315"/>
              <a:gd name="connsiteY12" fmla="*/ 1367 h 4688338"/>
              <a:gd name="connsiteX13" fmla="*/ 1279718 w 4939315"/>
              <a:gd name="connsiteY13" fmla="*/ 587 h 4688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39315" h="4688338">
                <a:moveTo>
                  <a:pt x="1279718" y="587"/>
                </a:moveTo>
                <a:cubicBezTo>
                  <a:pt x="1767100" y="15355"/>
                  <a:pt x="2283137" y="308252"/>
                  <a:pt x="2671555" y="795887"/>
                </a:cubicBezTo>
                <a:lnTo>
                  <a:pt x="2683334" y="811881"/>
                </a:lnTo>
                <a:lnTo>
                  <a:pt x="2701423" y="796866"/>
                </a:lnTo>
                <a:cubicBezTo>
                  <a:pt x="2916161" y="637480"/>
                  <a:pt x="3162245" y="546944"/>
                  <a:pt x="3423805" y="546944"/>
                </a:cubicBezTo>
                <a:cubicBezTo>
                  <a:pt x="4260798" y="546944"/>
                  <a:pt x="4939315" y="1474027"/>
                  <a:pt x="4939315" y="2617641"/>
                </a:cubicBezTo>
                <a:cubicBezTo>
                  <a:pt x="4939315" y="3761255"/>
                  <a:pt x="4260798" y="4688338"/>
                  <a:pt x="3423805" y="4688338"/>
                </a:cubicBezTo>
                <a:cubicBezTo>
                  <a:pt x="3005309" y="4688338"/>
                  <a:pt x="2626431" y="4456568"/>
                  <a:pt x="2352178" y="4081845"/>
                </a:cubicBezTo>
                <a:lnTo>
                  <a:pt x="2254635" y="3935205"/>
                </a:lnTo>
                <a:lnTo>
                  <a:pt x="2239691" y="3938913"/>
                </a:lnTo>
                <a:cubicBezTo>
                  <a:pt x="1533712" y="4064586"/>
                  <a:pt x="703427" y="3537783"/>
                  <a:pt x="269256" y="2636217"/>
                </a:cubicBezTo>
                <a:cubicBezTo>
                  <a:pt x="-226940" y="1605857"/>
                  <a:pt x="-17863" y="476186"/>
                  <a:pt x="736241" y="113028"/>
                </a:cubicBezTo>
                <a:cubicBezTo>
                  <a:pt x="877636" y="44936"/>
                  <a:pt x="1028153" y="8627"/>
                  <a:pt x="1182670" y="1367"/>
                </a:cubicBezTo>
                <a:cubicBezTo>
                  <a:pt x="1214861" y="-145"/>
                  <a:pt x="1247226" y="-397"/>
                  <a:pt x="1279718" y="587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809602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EB3207-D6D7-31B5-58DD-5124552B57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75728" y="2441842"/>
            <a:ext cx="5001987" cy="1201854"/>
          </a:xfrm>
        </p:spPr>
        <p:txBody>
          <a:bodyPr lIns="0" tIns="0" rIns="0" bIns="54000" anchor="b">
            <a:noAutofit/>
          </a:bodyPr>
          <a:lstStyle>
            <a:lvl1pPr algn="l">
              <a:defRPr lang="en-AU" sz="3600" b="0" i="0" spc="-20" baseline="0" smtClean="0">
                <a:solidFill>
                  <a:schemeClr val="accent1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4082F6F-1B34-EBEF-A892-9F7084FDB2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75728" y="3661984"/>
            <a:ext cx="5001987" cy="1483672"/>
          </a:xfrm>
        </p:spPr>
        <p:txBody>
          <a:bodyPr lIns="0" tIns="5400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AU" sz="20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BD9ED4-B47C-090E-7367-97698FC82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55CF6AC-288F-E054-20CB-6F746E2C6DD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773856" y="1565266"/>
            <a:ext cx="4560982" cy="4537360"/>
          </a:xfrm>
          <a:custGeom>
            <a:avLst/>
            <a:gdLst>
              <a:gd name="connsiteX0" fmla="*/ 0 w 4560982"/>
              <a:gd name="connsiteY0" fmla="*/ 0 h 4537360"/>
              <a:gd name="connsiteX1" fmla="*/ 745738 w 4560982"/>
              <a:gd name="connsiteY1" fmla="*/ 0 h 4537360"/>
              <a:gd name="connsiteX2" fmla="*/ 745738 w 4560982"/>
              <a:gd name="connsiteY2" fmla="*/ 755263 h 4537360"/>
              <a:gd name="connsiteX3" fmla="*/ 1501738 w 4560982"/>
              <a:gd name="connsiteY3" fmla="*/ 755263 h 4537360"/>
              <a:gd name="connsiteX4" fmla="*/ 1501738 w 4560982"/>
              <a:gd name="connsiteY4" fmla="*/ 0 h 4537360"/>
              <a:gd name="connsiteX5" fmla="*/ 4560982 w 4560982"/>
              <a:gd name="connsiteY5" fmla="*/ 0 h 4537360"/>
              <a:gd name="connsiteX6" fmla="*/ 4560982 w 4560982"/>
              <a:gd name="connsiteY6" fmla="*/ 4537360 h 4537360"/>
              <a:gd name="connsiteX7" fmla="*/ 4560981 w 4560982"/>
              <a:gd name="connsiteY7" fmla="*/ 4537360 h 4537360"/>
              <a:gd name="connsiteX8" fmla="*/ 4560981 w 4560982"/>
              <a:gd name="connsiteY8" fmla="*/ 3781360 h 4537360"/>
              <a:gd name="connsiteX9" fmla="*/ 3799728 w 4560982"/>
              <a:gd name="connsiteY9" fmla="*/ 3781360 h 4537360"/>
              <a:gd name="connsiteX10" fmla="*/ 3799728 w 4560982"/>
              <a:gd name="connsiteY10" fmla="*/ 4537360 h 4537360"/>
              <a:gd name="connsiteX11" fmla="*/ 1515451 w 4560982"/>
              <a:gd name="connsiteY11" fmla="*/ 4537360 h 4537360"/>
              <a:gd name="connsiteX12" fmla="*/ 1515451 w 4560982"/>
              <a:gd name="connsiteY12" fmla="*/ 3781360 h 4537360"/>
              <a:gd name="connsiteX13" fmla="*/ 0 w 4560982"/>
              <a:gd name="connsiteY13" fmla="*/ 3781360 h 453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60982" h="4537360">
                <a:moveTo>
                  <a:pt x="0" y="0"/>
                </a:moveTo>
                <a:lnTo>
                  <a:pt x="745738" y="0"/>
                </a:lnTo>
                <a:lnTo>
                  <a:pt x="745738" y="755263"/>
                </a:lnTo>
                <a:lnTo>
                  <a:pt x="1501738" y="755263"/>
                </a:lnTo>
                <a:lnTo>
                  <a:pt x="1501738" y="0"/>
                </a:lnTo>
                <a:lnTo>
                  <a:pt x="4560982" y="0"/>
                </a:lnTo>
                <a:lnTo>
                  <a:pt x="4560982" y="4537360"/>
                </a:lnTo>
                <a:lnTo>
                  <a:pt x="4560981" y="4537360"/>
                </a:lnTo>
                <a:lnTo>
                  <a:pt x="4560981" y="3781360"/>
                </a:lnTo>
                <a:lnTo>
                  <a:pt x="3799728" y="3781360"/>
                </a:lnTo>
                <a:lnTo>
                  <a:pt x="3799728" y="4537360"/>
                </a:lnTo>
                <a:lnTo>
                  <a:pt x="1515451" y="4537360"/>
                </a:lnTo>
                <a:lnTo>
                  <a:pt x="1515451" y="3781360"/>
                </a:lnTo>
                <a:lnTo>
                  <a:pt x="0" y="3781360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10406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895C320-85D8-7946-80F1-AF205B05ECD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1476397" y="1866900"/>
            <a:ext cx="4117985" cy="410525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175728" y="2441842"/>
            <a:ext cx="5001987" cy="1201854"/>
          </a:xfrm>
        </p:spPr>
        <p:txBody>
          <a:bodyPr lIns="0" tIns="0" rIns="0" bIns="54000" anchor="b">
            <a:noAutofit/>
          </a:bodyPr>
          <a:lstStyle>
            <a:lvl1pPr algn="l">
              <a:defRPr lang="en-AU" sz="3600" b="0" i="0" spc="-20" baseline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75728" y="3661984"/>
            <a:ext cx="5001987" cy="1483672"/>
          </a:xfrm>
        </p:spPr>
        <p:txBody>
          <a:bodyPr lIns="0" tIns="5400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AU" sz="20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6C6F55-9625-4746-1B08-9BC34D03A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059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4"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7C11163-0F76-CA52-FABF-A847371BD3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75728" y="2441842"/>
            <a:ext cx="5001987" cy="1201854"/>
          </a:xfrm>
        </p:spPr>
        <p:txBody>
          <a:bodyPr lIns="0" tIns="0" rIns="0" bIns="54000" anchor="b">
            <a:noAutofit/>
          </a:bodyPr>
          <a:lstStyle>
            <a:lvl1pPr algn="l">
              <a:defRPr lang="en-AU" sz="3600" b="0" i="0" spc="-20" baseline="0" smtClean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89FD2D-AC7A-E10D-40B4-FBB182B32B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75728" y="3661984"/>
            <a:ext cx="5001987" cy="1483672"/>
          </a:xfrm>
        </p:spPr>
        <p:txBody>
          <a:bodyPr lIns="0" tIns="5400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AU" sz="20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8B4E8-009E-B60D-FCC3-6C3A4310A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3F203C1-F89E-140B-D58F-9A6C232884F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55320" y="888411"/>
            <a:ext cx="5139106" cy="5072774"/>
          </a:xfrm>
          <a:custGeom>
            <a:avLst/>
            <a:gdLst>
              <a:gd name="connsiteX0" fmla="*/ 2575815 w 5139106"/>
              <a:gd name="connsiteY0" fmla="*/ 0 h 5072774"/>
              <a:gd name="connsiteX1" fmla="*/ 3729090 w 5139106"/>
              <a:gd name="connsiteY1" fmla="*/ 791384 h 5072774"/>
              <a:gd name="connsiteX2" fmla="*/ 5139106 w 5139106"/>
              <a:gd name="connsiteY2" fmla="*/ 3314212 h 5072774"/>
              <a:gd name="connsiteX3" fmla="*/ 2610331 w 5139106"/>
              <a:gd name="connsiteY3" fmla="*/ 5072774 h 5072774"/>
              <a:gd name="connsiteX4" fmla="*/ 2609893 w 5139106"/>
              <a:gd name="connsiteY4" fmla="*/ 5072774 h 5072774"/>
              <a:gd name="connsiteX5" fmla="*/ 1406717 w 5139106"/>
              <a:gd name="connsiteY5" fmla="*/ 4271058 h 5072774"/>
              <a:gd name="connsiteX6" fmla="*/ 0 w 5139106"/>
              <a:gd name="connsiteY6" fmla="*/ 1766961 h 5072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9106" h="5072774">
                <a:moveTo>
                  <a:pt x="2575815" y="0"/>
                </a:moveTo>
                <a:lnTo>
                  <a:pt x="3729090" y="791384"/>
                </a:lnTo>
                <a:lnTo>
                  <a:pt x="5139106" y="3314212"/>
                </a:lnTo>
                <a:lnTo>
                  <a:pt x="2610331" y="5072774"/>
                </a:lnTo>
                <a:lnTo>
                  <a:pt x="2609893" y="5072774"/>
                </a:lnTo>
                <a:lnTo>
                  <a:pt x="1406717" y="4271058"/>
                </a:lnTo>
                <a:lnTo>
                  <a:pt x="0" y="1766961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115681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5C6F0645-197D-B84F-B675-88DE6BD5597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2" y="2291617"/>
            <a:ext cx="3550507" cy="2307514"/>
          </a:xfrm>
          <a:solidFill>
            <a:schemeClr val="bg2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1F13B9-1247-F34B-A392-F9E28C093B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70302" y="2291617"/>
            <a:ext cx="1684454" cy="2294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B89A93-1F8F-3447-A5DD-76B2726A6D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8530" y="0"/>
            <a:ext cx="710973" cy="22916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93C822-ADCD-2D46-9609-52E133B6AA8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66376" y="4586288"/>
            <a:ext cx="1407458" cy="226968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69C5232-8792-FF9A-EB7B-B3B1899842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75728" y="2441842"/>
            <a:ext cx="5001987" cy="1201854"/>
          </a:xfrm>
        </p:spPr>
        <p:txBody>
          <a:bodyPr lIns="0" tIns="0" rIns="0" bIns="54000" anchor="b">
            <a:noAutofit/>
          </a:bodyPr>
          <a:lstStyle>
            <a:lvl1pPr algn="l">
              <a:defRPr lang="en-AU" sz="3600" b="0" i="0" spc="-20" baseline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8556EE9-24E2-D665-4B4C-DE6D8DCF9E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75728" y="3661984"/>
            <a:ext cx="5001987" cy="1483672"/>
          </a:xfrm>
        </p:spPr>
        <p:txBody>
          <a:bodyPr lIns="0" tIns="5400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AU" sz="20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DD2859-A8E4-45C1-E23F-A401B6E63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539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1D7ABD65-A99A-DEFC-8F47-6D30975898D4}"/>
              </a:ext>
            </a:extLst>
          </p:cNvPr>
          <p:cNvSpPr/>
          <p:nvPr userDrawn="1"/>
        </p:nvSpPr>
        <p:spPr>
          <a:xfrm>
            <a:off x="347897" y="1"/>
            <a:ext cx="11496204" cy="6857999"/>
          </a:xfrm>
          <a:custGeom>
            <a:avLst/>
            <a:gdLst>
              <a:gd name="connsiteX0" fmla="*/ 2119165 w 11496204"/>
              <a:gd name="connsiteY0" fmla="*/ 0 h 6857999"/>
              <a:gd name="connsiteX1" fmla="*/ 9810012 w 11496204"/>
              <a:gd name="connsiteY1" fmla="*/ 0 h 6857999"/>
              <a:gd name="connsiteX2" fmla="*/ 11496204 w 11496204"/>
              <a:gd name="connsiteY2" fmla="*/ 5094456 h 6857999"/>
              <a:gd name="connsiteX3" fmla="*/ 9675774 w 11496204"/>
              <a:gd name="connsiteY3" fmla="*/ 6857999 h 6857999"/>
              <a:gd name="connsiteX4" fmla="*/ 1610995 w 11496204"/>
              <a:gd name="connsiteY4" fmla="*/ 6857999 h 6857999"/>
              <a:gd name="connsiteX5" fmla="*/ 0 w 11496204"/>
              <a:gd name="connsiteY5" fmla="*/ 1990730 h 6857999"/>
              <a:gd name="connsiteX6" fmla="*/ 2119165 w 11496204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96204" h="6857999">
                <a:moveTo>
                  <a:pt x="2119165" y="0"/>
                </a:moveTo>
                <a:lnTo>
                  <a:pt x="9810012" y="0"/>
                </a:lnTo>
                <a:lnTo>
                  <a:pt x="11496204" y="5094456"/>
                </a:lnTo>
                <a:lnTo>
                  <a:pt x="9675774" y="6857999"/>
                </a:lnTo>
                <a:lnTo>
                  <a:pt x="1610995" y="6857999"/>
                </a:lnTo>
                <a:lnTo>
                  <a:pt x="0" y="1990730"/>
                </a:lnTo>
                <a:lnTo>
                  <a:pt x="211916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8F17EA4-7BB9-664C-862D-2974AFD4E7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6260" y="2201937"/>
            <a:ext cx="6612258" cy="3417625"/>
          </a:xfrm>
        </p:spPr>
        <p:txBody>
          <a:bodyPr anchor="t"/>
          <a:lstStyle>
            <a:lvl1pPr>
              <a:spcAft>
                <a:spcPts val="1000"/>
              </a:spcAft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254EC9C5-B9B2-A92F-D346-D332BB3C6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13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Pr>
        <a:solidFill>
          <a:schemeClr val="bg2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1D7ABD65-A99A-DEFC-8F47-6D30975898D4}"/>
              </a:ext>
            </a:extLst>
          </p:cNvPr>
          <p:cNvSpPr/>
          <p:nvPr userDrawn="1"/>
        </p:nvSpPr>
        <p:spPr>
          <a:xfrm>
            <a:off x="347897" y="1"/>
            <a:ext cx="11496204" cy="6857999"/>
          </a:xfrm>
          <a:custGeom>
            <a:avLst/>
            <a:gdLst>
              <a:gd name="connsiteX0" fmla="*/ 2119165 w 11496204"/>
              <a:gd name="connsiteY0" fmla="*/ 0 h 6857999"/>
              <a:gd name="connsiteX1" fmla="*/ 9810012 w 11496204"/>
              <a:gd name="connsiteY1" fmla="*/ 0 h 6857999"/>
              <a:gd name="connsiteX2" fmla="*/ 11496204 w 11496204"/>
              <a:gd name="connsiteY2" fmla="*/ 5094456 h 6857999"/>
              <a:gd name="connsiteX3" fmla="*/ 9675774 w 11496204"/>
              <a:gd name="connsiteY3" fmla="*/ 6857999 h 6857999"/>
              <a:gd name="connsiteX4" fmla="*/ 1610995 w 11496204"/>
              <a:gd name="connsiteY4" fmla="*/ 6857999 h 6857999"/>
              <a:gd name="connsiteX5" fmla="*/ 0 w 11496204"/>
              <a:gd name="connsiteY5" fmla="*/ 1990730 h 6857999"/>
              <a:gd name="connsiteX6" fmla="*/ 2119165 w 11496204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96204" h="6857999">
                <a:moveTo>
                  <a:pt x="2119165" y="0"/>
                </a:moveTo>
                <a:lnTo>
                  <a:pt x="9810012" y="0"/>
                </a:lnTo>
                <a:lnTo>
                  <a:pt x="11496204" y="5094456"/>
                </a:lnTo>
                <a:lnTo>
                  <a:pt x="9675774" y="6857999"/>
                </a:lnTo>
                <a:lnTo>
                  <a:pt x="1610995" y="6857999"/>
                </a:lnTo>
                <a:lnTo>
                  <a:pt x="0" y="1990730"/>
                </a:lnTo>
                <a:lnTo>
                  <a:pt x="211916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8F17EA4-7BB9-664C-862D-2974AFD4E7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6260" y="2201937"/>
            <a:ext cx="6612258" cy="3417625"/>
          </a:xfrm>
        </p:spPr>
        <p:txBody>
          <a:bodyPr anchor="t"/>
          <a:lstStyle>
            <a:lvl1pPr>
              <a:spcAft>
                <a:spcPts val="1000"/>
              </a:spcAft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BFFEA1-210D-2A88-EB32-A4BB7B860BAB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CFE5F2-01F1-6D89-67D6-F1028C7B1A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254EC9C5-B9B2-A92F-D346-D332BB3C6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95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93914"/>
            <a:ext cx="10326658" cy="875773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2066357"/>
            <a:ext cx="10957594" cy="359224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B0CD470-0980-9846-9280-4B88DEA185B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69687"/>
            <a:ext cx="10326658" cy="591362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BC1BFA3-4F16-6A42-8839-4F7C08BA1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08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Text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8A330B-FBE9-F106-E9F0-7C611C2E155D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C1912F-4E52-D5A0-4FFF-D405F3D6A1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95713"/>
            <a:ext cx="10326658" cy="673974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2066357"/>
            <a:ext cx="10957594" cy="359224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B0CD470-0980-9846-9280-4B88DEA185B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69687"/>
            <a:ext cx="10326658" cy="591362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BC1BFA3-4F16-6A42-8839-4F7C08BA1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64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78598" y="2182197"/>
            <a:ext cx="4213990" cy="3515695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0FFF11-A66E-3743-A5B6-B27679EAC2F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947646" y="2182197"/>
            <a:ext cx="4213990" cy="3515695"/>
          </a:xfrm>
          <a:noFill/>
        </p:spPr>
        <p:txBody>
          <a:bodyPr tIns="0" bIns="468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ClrTx/>
              <a:buSzTx/>
              <a:buFont typeface="Arial" panose="020B0604020202020204" pitchFamily="34" charset="0"/>
              <a:buNone/>
              <a:tabLst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6BA2EE7-4B1B-6A61-3B6F-65AC41A1F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86134"/>
            <a:ext cx="10326658" cy="673974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4E1F4-7D8B-DB5D-F375-23ABF25671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26658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187F86C-B406-B6C1-8AB3-D8B4FE885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96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B0561DD-12DA-B2A0-FBF0-3D763D26E6A8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9C568C-0D57-5EDD-1D94-1894572667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78598" y="2182197"/>
            <a:ext cx="4213990" cy="3515695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0FFF11-A66E-3743-A5B6-B27679EAC2F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947646" y="2182197"/>
            <a:ext cx="4213990" cy="3515695"/>
          </a:xfrm>
          <a:noFill/>
        </p:spPr>
        <p:txBody>
          <a:bodyPr tIns="0" bIns="468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ClrTx/>
              <a:buSzTx/>
              <a:buFont typeface="Arial" panose="020B0604020202020204" pitchFamily="34" charset="0"/>
              <a:buNone/>
              <a:tabLst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6BA2EE7-4B1B-6A61-3B6F-65AC41A1F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37457"/>
            <a:ext cx="10326658" cy="821226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4E1F4-7D8B-DB5D-F375-23ABF25671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26658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187F86C-B406-B6C1-8AB3-D8B4FE885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8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ue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84709"/>
            <a:ext cx="10225203" cy="673974"/>
          </a:xfrm>
        </p:spPr>
        <p:txBody>
          <a:bodyPr anchor="b" anchorCtr="0"/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59CF281-F9BC-F767-AAB3-977639C9C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69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Blue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192C2A-3B98-644C-2134-D7F732CC1F8E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2B82E5-474C-66D6-3507-82E0E94D3D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59CF281-F9BC-F767-AAB3-977639C9C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214C89-57F7-705B-3C41-E0ABD76C84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84709"/>
            <a:ext cx="10225203" cy="673974"/>
          </a:xfrm>
        </p:spPr>
        <p:txBody>
          <a:bodyPr anchor="b" anchorCtr="0"/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424279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0833755-2977-A00B-859E-E4A4C1EEB406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544393" y="530942"/>
            <a:ext cx="6122355" cy="5659546"/>
          </a:xfrm>
          <a:solidFill>
            <a:schemeClr val="bg2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5" y="2066357"/>
            <a:ext cx="4593370" cy="378665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>
                <a:effectLst/>
                <a:latin typeface="Helvetica" pitchFamily="2" charset="0"/>
              </a:rPr>
              <a:t>Click to add text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ED1DA63-B62A-72A8-C587-76EC01B61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72143"/>
            <a:ext cx="4909165" cy="886772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C044A6-6EE5-E6D8-E6C1-A981D9A831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4908127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FD99CD9-77BC-374D-AB2E-BE1C1AB53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97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F4FFFA-7F94-5748-B8F8-DB1645F43C9D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AE26E0-41D7-3013-24A8-A460E1D012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0833755-2977-A00B-859E-E4A4C1EEB406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544393" y="530942"/>
            <a:ext cx="6122355" cy="5659546"/>
          </a:xfrm>
          <a:solidFill>
            <a:schemeClr val="bg2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5" y="2066357"/>
            <a:ext cx="4593370" cy="378665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>
                <a:effectLst/>
                <a:latin typeface="Helvetica" pitchFamily="2" charset="0"/>
              </a:rPr>
              <a:t>Click to add text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ED1DA63-B62A-72A8-C587-76EC01B61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50371"/>
            <a:ext cx="4909165" cy="908544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C044A6-6EE5-E6D8-E6C1-A981D9A831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4908127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FD99CD9-77BC-374D-AB2E-BE1C1AB53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08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1878123"/>
            <a:ext cx="4769769" cy="397488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>
                <a:effectLst/>
                <a:latin typeface="Helvetica" pitchFamily="2" charset="0"/>
              </a:rPr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959C1BB-5DB3-4545-BC15-9C1CC6D87E17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544393" y="3847315"/>
            <a:ext cx="3945836" cy="1976435"/>
          </a:xfrm>
          <a:solidFill>
            <a:schemeClr val="tx2"/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F96B60-C3E6-1E43-A1EF-B695A728B08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490229" y="3842720"/>
            <a:ext cx="1991767" cy="1976435"/>
          </a:xfrm>
          <a:solidFill>
            <a:schemeClr val="accent1"/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424C1E3-128E-1F4F-A796-DB00C9C8B74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544393" y="1882718"/>
            <a:ext cx="1980337" cy="1976435"/>
          </a:xfrm>
          <a:solidFill>
            <a:schemeClr val="bg2"/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F9D2F31-417C-334D-B0FD-273964A6804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524730" y="1878123"/>
            <a:ext cx="3957267" cy="1976435"/>
          </a:xfr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ED1DA63-B62A-72A8-C587-76EC01B61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04800"/>
            <a:ext cx="10326658" cy="872012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EEB6C12-9611-8F57-E195-BEC0105B978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18246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D90EB1-CE0E-5175-BC1C-834AAEB49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053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FAD6DC-A13E-4FFD-33FD-00087489CB3E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1608F7-A75C-91D5-41AF-C5B7855FB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1878123"/>
            <a:ext cx="4769769" cy="397488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>
                <a:effectLst/>
                <a:latin typeface="Helvetica" pitchFamily="2" charset="0"/>
              </a:rPr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959C1BB-5DB3-4545-BC15-9C1CC6D87E17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544393" y="3847315"/>
            <a:ext cx="3945836" cy="1976435"/>
          </a:xfrm>
          <a:solidFill>
            <a:schemeClr val="tx2"/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F96B60-C3E6-1E43-A1EF-B695A728B08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490229" y="3842720"/>
            <a:ext cx="1991767" cy="1976435"/>
          </a:xfrm>
          <a:solidFill>
            <a:schemeClr val="accent1"/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424C1E3-128E-1F4F-A796-DB00C9C8B74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544393" y="1882718"/>
            <a:ext cx="1980337" cy="1976435"/>
          </a:xfrm>
          <a:solidFill>
            <a:schemeClr val="bg2"/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F9D2F31-417C-334D-B0FD-273964A6804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524730" y="1878123"/>
            <a:ext cx="3957267" cy="1976435"/>
          </a:xfr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ED1DA63-B62A-72A8-C587-76EC01B61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02771"/>
            <a:ext cx="10326658" cy="769446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EEB6C12-9611-8F57-E195-BEC0105B978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18246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D90EB1-CE0E-5175-BC1C-834AAEB49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04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A9CE43-D9C6-E548-A9E8-DA2FD2A093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3" y="1"/>
            <a:ext cx="12188388" cy="68763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27170A-395F-72CD-A95A-A0A4BF765E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689" y="6125802"/>
            <a:ext cx="837540" cy="356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8BED3C-A218-B310-9F7F-5939D0A41896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UTS TEQSA PRV12060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B4CA80-6374-206A-811E-5E5EA76E69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72143"/>
            <a:ext cx="10326658" cy="886989"/>
          </a:xfrm>
        </p:spPr>
        <p:txBody>
          <a:bodyPr anchor="b" anchorCtr="0"/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7852985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Full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A9CE43-D9C6-E548-A9E8-DA2FD2A093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3" y="1"/>
            <a:ext cx="12188388" cy="68579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31CD993-E4A5-1EB1-D64E-77A280DE6578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A22B89-50C3-B2CA-24A9-F87A43CE9C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B3F2FB8-FAA4-DB73-36D8-AFC8B7DC5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41A8ED-11BC-117C-004C-B622E9AC74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72143"/>
            <a:ext cx="10326658" cy="886989"/>
          </a:xfrm>
        </p:spPr>
        <p:txBody>
          <a:bodyPr anchor="b" anchorCtr="0"/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327338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1617605"/>
            <a:ext cx="10335070" cy="82251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0FFF11-A66E-3743-A5B6-B27679EAC2F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7854" y="2507743"/>
            <a:ext cx="10844767" cy="3325166"/>
          </a:xfrm>
          <a:noFill/>
        </p:spPr>
        <p:txBody>
          <a:bodyPr tIns="90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en-US" dirty="0"/>
              <a:t>Click to insert table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7AD990-6056-B5C0-68E2-ADAEF7D97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47612"/>
            <a:ext cx="10326658" cy="905393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11CB8-2A52-EDE7-62FC-726293B1B7E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35070" cy="401731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700FA61-4AD2-BDA3-6C74-D704046EC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48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8EB162-BB7C-E5FE-AA6D-A38CF3AF8971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987718-ED0A-200E-1D97-490A5B4D28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1617605"/>
            <a:ext cx="10335070" cy="82251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0FFF11-A66E-3743-A5B6-B27679EAC2F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7854" y="2507743"/>
            <a:ext cx="10844767" cy="3325166"/>
          </a:xfrm>
          <a:noFill/>
        </p:spPr>
        <p:txBody>
          <a:bodyPr tIns="90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en-US" dirty="0"/>
              <a:t>Click to insert table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7AD990-6056-B5C0-68E2-ADAEF7D97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30487"/>
            <a:ext cx="10326658" cy="822518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11CB8-2A52-EDE7-62FC-726293B1B7E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35070" cy="401731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700FA61-4AD2-BDA3-6C74-D704046EC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9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26237" y="1738326"/>
            <a:ext cx="2182723" cy="55325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7AD990-6056-B5C0-68E2-ADAEF7D97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28600"/>
            <a:ext cx="5831065" cy="930532"/>
          </a:xfrm>
        </p:spPr>
        <p:txBody>
          <a:bodyPr anchor="b" anchorCtr="0"/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F954890-83F2-EF7E-00A0-31FF9739DBF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959068" y="550718"/>
            <a:ext cx="5232932" cy="5619076"/>
          </a:xfrm>
        </p:spPr>
        <p:txBody>
          <a:bodyPr anchor="t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B3F387-516A-7D67-9136-E665BEFA883A}"/>
              </a:ext>
            </a:extLst>
          </p:cNvPr>
          <p:cNvSpPr/>
          <p:nvPr userDrawn="1"/>
        </p:nvSpPr>
        <p:spPr>
          <a:xfrm>
            <a:off x="712269" y="1655545"/>
            <a:ext cx="2868329" cy="19443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2DEDBC-EAC7-003C-FA75-B9E76D5BC078}"/>
              </a:ext>
            </a:extLst>
          </p:cNvPr>
          <p:cNvSpPr/>
          <p:nvPr userDrawn="1"/>
        </p:nvSpPr>
        <p:spPr>
          <a:xfrm>
            <a:off x="3580598" y="3599848"/>
            <a:ext cx="2878321" cy="19872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BCEA40D-4FB1-F474-370D-0F9B658390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90987" y="1842609"/>
            <a:ext cx="2581773" cy="1711295"/>
          </a:xfrm>
        </p:spPr>
        <p:txBody>
          <a:bodyPr lIns="0" tIns="5400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lang="en-AU" sz="14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C7AE1F0-4A73-0CBA-142C-363EA2C12D5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794565" y="1842609"/>
            <a:ext cx="2549375" cy="1708149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AU" sz="14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4A053E8-16BA-4B89-CA00-6690F20F9D4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794565" y="3841091"/>
            <a:ext cx="2549375" cy="1708149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AU" sz="14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BF76D09-FEE9-392A-DC0F-A2F4E775456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90988" y="3841091"/>
            <a:ext cx="2553192" cy="1708149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AU" sz="14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147D988-F886-ECFC-A074-94C71BAD7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74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E0BEA9-CE7B-19CA-AB62-75BC8B3CBA35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031CC8-CF49-CA87-85CB-00468776F8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26237" y="1738326"/>
            <a:ext cx="2182723" cy="55325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F954890-83F2-EF7E-00A0-31FF9739DBF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959068" y="550718"/>
            <a:ext cx="5232932" cy="5619076"/>
          </a:xfrm>
          <a:solidFill>
            <a:schemeClr val="tx2">
              <a:lumMod val="10000"/>
              <a:lumOff val="90000"/>
            </a:schemeClr>
          </a:solidFill>
        </p:spPr>
        <p:txBody>
          <a:bodyPr anchor="t"/>
          <a:lstStyle>
            <a:lvl1pPr marL="0" indent="0" algn="ctr">
              <a:buNone/>
              <a:defRPr sz="1800">
                <a:solidFill>
                  <a:sysClr val="windowText" lastClr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B3F387-516A-7D67-9136-E665BEFA883A}"/>
              </a:ext>
            </a:extLst>
          </p:cNvPr>
          <p:cNvSpPr/>
          <p:nvPr userDrawn="1"/>
        </p:nvSpPr>
        <p:spPr>
          <a:xfrm>
            <a:off x="712269" y="1655545"/>
            <a:ext cx="2868329" cy="19443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2DEDBC-EAC7-003C-FA75-B9E76D5BC078}"/>
              </a:ext>
            </a:extLst>
          </p:cNvPr>
          <p:cNvSpPr/>
          <p:nvPr userDrawn="1"/>
        </p:nvSpPr>
        <p:spPr>
          <a:xfrm>
            <a:off x="3580598" y="3599848"/>
            <a:ext cx="2878321" cy="19872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BCEA40D-4FB1-F474-370D-0F9B658390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90987" y="1842609"/>
            <a:ext cx="2581773" cy="1711295"/>
          </a:xfrm>
        </p:spPr>
        <p:txBody>
          <a:bodyPr lIns="0" tIns="5400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lang="en-AU" sz="14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C7AE1F0-4A73-0CBA-142C-363EA2C12D5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794565" y="1842609"/>
            <a:ext cx="2549375" cy="1708149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AU" sz="14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4A053E8-16BA-4B89-CA00-6690F20F9D4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794565" y="3841091"/>
            <a:ext cx="2549375" cy="1708149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AU" sz="14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BF76D09-FEE9-392A-DC0F-A2F4E775456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90988" y="3841091"/>
            <a:ext cx="2553192" cy="1708149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AU" sz="14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147D988-F886-ECFC-A074-94C71BAD7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8B14C8-A06A-3369-683B-F8B85369F6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28600"/>
            <a:ext cx="5831065" cy="930532"/>
          </a:xfrm>
        </p:spPr>
        <p:txBody>
          <a:bodyPr anchor="b" anchorCtr="0"/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160258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7B9AD-F5E0-2C5E-3748-CC1D15DA6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77888"/>
            <a:ext cx="10326658" cy="794848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DF7DA2E7-B080-A278-F3D4-CD2910723AC9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106094" y="3269461"/>
            <a:ext cx="2157907" cy="1440000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AB7E494B-1CC0-96A2-DC63-81E6DAFB4A1C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940761" y="3269460"/>
            <a:ext cx="2169789" cy="2879999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742314F-A63D-6323-7922-08B82C298F3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940761" y="1829459"/>
            <a:ext cx="2170658" cy="1440000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BDC26EAE-EAA2-E9EC-6F8F-91FFAA2293C5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2796227" y="4709245"/>
            <a:ext cx="2149937" cy="1440000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B6E7F5D5-C610-454E-EB19-E58841E6EC8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9262736" y="1829459"/>
            <a:ext cx="1441628" cy="1440000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2E426837-4A7E-7787-3B98-E04FE1247B7E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9262736" y="4713537"/>
            <a:ext cx="1441628" cy="1432723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ACF917F-7E5C-87FC-8F4C-723E95C7A5D0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10712335" y="3269458"/>
            <a:ext cx="1479665" cy="1432507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4470A79B-92AC-F252-36DE-D02A5487A57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7106094" y="1109460"/>
            <a:ext cx="2157907" cy="2159998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00AB4E0-7EEB-A2E6-1536-596DD6FEA08B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27855" y="1821966"/>
            <a:ext cx="3639346" cy="2695713"/>
          </a:xfrm>
          <a:noFill/>
        </p:spPr>
        <p:txBody>
          <a:bodyPr tIns="90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lang="en-AU" sz="1800" b="0" i="0" smtClean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en-US" dirty="0"/>
              <a:t>Click to insert table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9F67CE44-14FC-4704-4448-4B57F273B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2092D624-4B1C-7980-ED37-C26D68B554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35070" cy="401731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834846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75705F-056C-E84F-941D-51846364E08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008966" y="1846729"/>
            <a:ext cx="5463655" cy="3953434"/>
          </a:xfrm>
          <a:solidFill>
            <a:schemeClr val="tx2">
              <a:lumMod val="10000"/>
              <a:lumOff val="90000"/>
            </a:schemeClr>
          </a:solidFill>
        </p:spPr>
        <p:txBody>
          <a:bodyPr anchor="t"/>
          <a:lstStyle>
            <a:lvl1pPr marL="0" indent="0" algn="ctr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78598" y="2182197"/>
            <a:ext cx="4213990" cy="3359257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1D11B7-B5EA-6635-2923-D77BEAEE2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26571"/>
            <a:ext cx="10326658" cy="850241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83EC90F-EC91-D35D-1C3C-FA9A79452E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18246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F7B988E-ABC8-D5E8-D99C-E4039CE93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10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3E07CA-3FA4-36F9-E0EB-D0E6FBD7F61E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716317-F58B-F836-A1AF-0034A8FFE9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75705F-056C-E84F-941D-51846364E08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008966" y="1846729"/>
            <a:ext cx="5463655" cy="3953434"/>
          </a:xfrm>
          <a:solidFill>
            <a:schemeClr val="tx2">
              <a:lumMod val="10000"/>
              <a:lumOff val="90000"/>
            </a:schemeClr>
          </a:solidFill>
        </p:spPr>
        <p:txBody>
          <a:bodyPr anchor="t"/>
          <a:lstStyle>
            <a:lvl1pPr marL="0" indent="0" algn="ctr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78598" y="2182197"/>
            <a:ext cx="4213990" cy="3359257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1D11B7-B5EA-6635-2923-D77BEAEE2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04800"/>
            <a:ext cx="10326658" cy="872012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83EC90F-EC91-D35D-1C3C-FA9A79452E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18246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F7B988E-ABC8-D5E8-D99C-E4039CE93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30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BBFF07-D40D-E544-7E68-D0435B1FAB1A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6C6A5F-C40B-93B6-D854-CC0FED40CD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D0E2FC9-DD45-2AC1-1985-B7A8037A1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48343"/>
            <a:ext cx="10326658" cy="828469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22ADF5A-764B-47D1-8704-2397E4629D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18246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727AD-8BA9-514F-D1B6-49A1499E1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49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D0E2FC9-DD45-2AC1-1985-B7A8037A1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85158"/>
            <a:ext cx="10326658" cy="673974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7C6DEDC-89C8-B818-D488-90D2BD520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19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DF78D4-C112-D72F-33FB-A4CAC5F4C8B9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405A7C-2826-E7CF-B272-944F3E092D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D0E2FC9-DD45-2AC1-1985-B7A8037A1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96493"/>
            <a:ext cx="10326658" cy="673974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7C6DEDC-89C8-B818-D488-90D2BD520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82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P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D0E2FC9-DD45-2AC1-1985-B7A8037A1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85158"/>
            <a:ext cx="10326658" cy="673974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F886B9E-4162-CA08-6362-28E3A6182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00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P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4E7219-B40F-878D-E7FA-C01572CE6050}"/>
              </a:ext>
            </a:extLst>
          </p:cNvPr>
          <p:cNvSpPr/>
          <p:nvPr userDrawn="1"/>
        </p:nvSpPr>
        <p:spPr>
          <a:xfrm>
            <a:off x="0" y="0"/>
            <a:ext cx="12211366" cy="6857999"/>
          </a:xfrm>
          <a:prstGeom prst="rect">
            <a:avLst/>
          </a:prstGeom>
          <a:blipFill dpi="0" rotWithShape="1">
            <a:blip r:embed="rId2" cstate="screen">
              <a:alphaModFix am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55AA2C-C588-726E-477A-1A9D0B7BEDCB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D0E2FC9-DD45-2AC1-1985-B7A8037A1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85158"/>
            <a:ext cx="10326658" cy="673974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F886B9E-4162-CA08-6362-28E3A6182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F4D87E-0352-D4D8-9527-CAAF403429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92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7B9AD-F5E0-2C5E-3748-CC1D15DA6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70114"/>
            <a:ext cx="10326658" cy="789018"/>
          </a:xfrm>
        </p:spPr>
        <p:txBody>
          <a:bodyPr anchor="b" anchorCtr="0"/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1E2A5-76FB-87C1-DC27-5F3312D9A22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18246" cy="498543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A2FCB0B-4441-9975-54D7-0F29FDB09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41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A9CE43-D9C6-E548-A9E8-DA2FD2A093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3" y="1"/>
            <a:ext cx="12188388" cy="68763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27170A-395F-72CD-A95A-A0A4BF765E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689" y="6125802"/>
            <a:ext cx="837540" cy="356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8BED3C-A218-B310-9F7F-5939D0A41896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UTS TEQSA PRV12060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D738CBF-46A9-A442-D0CA-B1F480EC4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4528" y="1795537"/>
            <a:ext cx="4014215" cy="3266925"/>
          </a:xfrm>
        </p:spPr>
        <p:txBody>
          <a:bodyPr anchor="ctr" anchorCtr="0"/>
          <a:lstStyle>
            <a:lvl1pPr algn="ctr"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96087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37" r:id="rId2"/>
    <p:sldLayoutId id="2147483747" r:id="rId3"/>
    <p:sldLayoutId id="2147483748" r:id="rId4"/>
    <p:sldLayoutId id="2147483720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07" r:id="rId13"/>
    <p:sldLayoutId id="2147483727" r:id="rId14"/>
    <p:sldLayoutId id="2147483756" r:id="rId15"/>
    <p:sldLayoutId id="2147483715" r:id="rId16"/>
    <p:sldLayoutId id="2147483718" r:id="rId17"/>
    <p:sldLayoutId id="2147483726" r:id="rId18"/>
    <p:sldLayoutId id="2147483728" r:id="rId19"/>
    <p:sldLayoutId id="2147483688" r:id="rId20"/>
    <p:sldLayoutId id="2147483757" r:id="rId21"/>
    <p:sldLayoutId id="2147483764" r:id="rId22"/>
    <p:sldLayoutId id="2147483703" r:id="rId23"/>
    <p:sldLayoutId id="2147483765" r:id="rId24"/>
    <p:sldLayoutId id="2147483724" r:id="rId25"/>
    <p:sldLayoutId id="2147483766" r:id="rId26"/>
    <p:sldLayoutId id="2147483744" r:id="rId27"/>
    <p:sldLayoutId id="2147483767" r:id="rId28"/>
    <p:sldLayoutId id="2147483746" r:id="rId29"/>
    <p:sldLayoutId id="2147483768" r:id="rId30"/>
    <p:sldLayoutId id="2147483721" r:id="rId31"/>
    <p:sldLayoutId id="2147483769" r:id="rId32"/>
    <p:sldLayoutId id="2147483763" r:id="rId33"/>
    <p:sldLayoutId id="2147483770" r:id="rId34"/>
    <p:sldLayoutId id="2147483723" r:id="rId35"/>
    <p:sldLayoutId id="2147483771" r:id="rId36"/>
    <p:sldLayoutId id="2147483758" r:id="rId37"/>
    <p:sldLayoutId id="2147483772" r:id="rId38"/>
    <p:sldLayoutId id="2147483725" r:id="rId39"/>
    <p:sldLayoutId id="2147483722" r:id="rId40"/>
    <p:sldLayoutId id="2147483773" r:id="rId41"/>
    <p:sldLayoutId id="2147483745" r:id="rId42"/>
    <p:sldLayoutId id="2147483761" r:id="rId43"/>
    <p:sldLayoutId id="2147483775" r:id="rId44"/>
    <p:sldLayoutId id="2147483760" r:id="rId45"/>
    <p:sldLayoutId id="2147483774" r:id="rId46"/>
    <p:sldLayoutId id="2147483762" r:id="rId47"/>
    <p:sldLayoutId id="2147483743" r:id="rId4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0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54.svg"/><Relationship Id="rId5" Type="http://schemas.openxmlformats.org/officeDocument/2006/relationships/image" Target="../media/image53.svg"/><Relationship Id="rId4" Type="http://schemas.openxmlformats.org/officeDocument/2006/relationships/image" Target="../media/image5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5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7" Type="http://schemas.openxmlformats.org/officeDocument/2006/relationships/image" Target="../media/image5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58.svg"/><Relationship Id="rId5" Type="http://schemas.openxmlformats.org/officeDocument/2006/relationships/image" Target="../media/image53.svg"/><Relationship Id="rId4" Type="http://schemas.openxmlformats.org/officeDocument/2006/relationships/image" Target="../media/image57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7.svg"/><Relationship Id="rId4" Type="http://schemas.openxmlformats.org/officeDocument/2006/relationships/image" Target="../media/image59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0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54.svg"/><Relationship Id="rId5" Type="http://schemas.openxmlformats.org/officeDocument/2006/relationships/image" Target="../media/image53.svg"/><Relationship Id="rId4" Type="http://schemas.openxmlformats.org/officeDocument/2006/relationships/image" Target="../media/image5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56.sv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7" Type="http://schemas.openxmlformats.org/officeDocument/2006/relationships/image" Target="../media/image5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58.svg"/><Relationship Id="rId5" Type="http://schemas.openxmlformats.org/officeDocument/2006/relationships/image" Target="../media/image53.svg"/><Relationship Id="rId4" Type="http://schemas.openxmlformats.org/officeDocument/2006/relationships/image" Target="../media/image57.sv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4.xm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.svg"/><Relationship Id="rId18" Type="http://schemas.openxmlformats.org/officeDocument/2006/relationships/image" Target="../media/image77.svg"/><Relationship Id="rId26" Type="http://schemas.openxmlformats.org/officeDocument/2006/relationships/image" Target="../media/image85.svg"/><Relationship Id="rId39" Type="http://schemas.openxmlformats.org/officeDocument/2006/relationships/image" Target="../media/image96.svg"/><Relationship Id="rId21" Type="http://schemas.openxmlformats.org/officeDocument/2006/relationships/image" Target="../media/image80.emf"/><Relationship Id="rId34" Type="http://schemas.openxmlformats.org/officeDocument/2006/relationships/image" Target="../media/image91.svg"/><Relationship Id="rId7" Type="http://schemas.openxmlformats.org/officeDocument/2006/relationships/image" Target="../media/image66.svg"/><Relationship Id="rId12" Type="http://schemas.openxmlformats.org/officeDocument/2006/relationships/image" Target="../media/image71.svg"/><Relationship Id="rId17" Type="http://schemas.openxmlformats.org/officeDocument/2006/relationships/image" Target="../media/image76.svg"/><Relationship Id="rId25" Type="http://schemas.openxmlformats.org/officeDocument/2006/relationships/image" Target="../media/image84.svg"/><Relationship Id="rId33" Type="http://schemas.openxmlformats.org/officeDocument/2006/relationships/image" Target="../media/image90.svg"/><Relationship Id="rId38" Type="http://schemas.openxmlformats.org/officeDocument/2006/relationships/image" Target="../media/image95.sv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75.svg"/><Relationship Id="rId20" Type="http://schemas.openxmlformats.org/officeDocument/2006/relationships/image" Target="../media/image79.svg"/><Relationship Id="rId29" Type="http://schemas.openxmlformats.org/officeDocument/2006/relationships/hyperlink" Target="https://staff.uts.edu.au/topichub/MCU/Overview%20Page/Page%20Assets/UTS%20Iconography%2016x9_2021.pptx" TargetMode="Externa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65.svg"/><Relationship Id="rId11" Type="http://schemas.openxmlformats.org/officeDocument/2006/relationships/image" Target="../media/image70.svg"/><Relationship Id="rId24" Type="http://schemas.openxmlformats.org/officeDocument/2006/relationships/image" Target="../media/image83.svg"/><Relationship Id="rId32" Type="http://schemas.openxmlformats.org/officeDocument/2006/relationships/image" Target="../media/image89.emf"/><Relationship Id="rId37" Type="http://schemas.openxmlformats.org/officeDocument/2006/relationships/image" Target="../media/image94.svg"/><Relationship Id="rId5" Type="http://schemas.openxmlformats.org/officeDocument/2006/relationships/image" Target="../media/image64.svg"/><Relationship Id="rId15" Type="http://schemas.openxmlformats.org/officeDocument/2006/relationships/image" Target="../media/image74.svg"/><Relationship Id="rId23" Type="http://schemas.openxmlformats.org/officeDocument/2006/relationships/image" Target="../media/image82.svg"/><Relationship Id="rId28" Type="http://schemas.openxmlformats.org/officeDocument/2006/relationships/image" Target="../media/image87.emf"/><Relationship Id="rId36" Type="http://schemas.openxmlformats.org/officeDocument/2006/relationships/image" Target="../media/image93.svg"/><Relationship Id="rId10" Type="http://schemas.openxmlformats.org/officeDocument/2006/relationships/image" Target="../media/image69.svg"/><Relationship Id="rId19" Type="http://schemas.openxmlformats.org/officeDocument/2006/relationships/image" Target="../media/image78.svg"/><Relationship Id="rId31" Type="http://schemas.openxmlformats.org/officeDocument/2006/relationships/image" Target="../media/image88.svg"/><Relationship Id="rId4" Type="http://schemas.openxmlformats.org/officeDocument/2006/relationships/image" Target="../media/image63.svg"/><Relationship Id="rId9" Type="http://schemas.openxmlformats.org/officeDocument/2006/relationships/image" Target="../media/image68.svg"/><Relationship Id="rId14" Type="http://schemas.openxmlformats.org/officeDocument/2006/relationships/image" Target="../media/image73.svg"/><Relationship Id="rId22" Type="http://schemas.openxmlformats.org/officeDocument/2006/relationships/image" Target="../media/image81.svg"/><Relationship Id="rId27" Type="http://schemas.openxmlformats.org/officeDocument/2006/relationships/image" Target="../media/image86.svg"/><Relationship Id="rId30" Type="http://schemas.openxmlformats.org/officeDocument/2006/relationships/hyperlink" Target="https://fonts.google.com/icons" TargetMode="External"/><Relationship Id="rId35" Type="http://schemas.openxmlformats.org/officeDocument/2006/relationships/image" Target="../media/image92.svg"/><Relationship Id="rId8" Type="http://schemas.openxmlformats.org/officeDocument/2006/relationships/image" Target="../media/image67.svg"/><Relationship Id="rId3" Type="http://schemas.openxmlformats.org/officeDocument/2006/relationships/image" Target="../media/image62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eg"/><Relationship Id="rId3" Type="http://schemas.openxmlformats.org/officeDocument/2006/relationships/image" Target="../media/image98.jpeg"/><Relationship Id="rId7" Type="http://schemas.openxmlformats.org/officeDocument/2006/relationships/image" Target="../media/image102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01.jpeg"/><Relationship Id="rId5" Type="http://schemas.openxmlformats.org/officeDocument/2006/relationships/image" Target="../media/image100.jpeg"/><Relationship Id="rId10" Type="http://schemas.openxmlformats.org/officeDocument/2006/relationships/hyperlink" Target="https://marketinghub.uts.edu.au/web/36bb64c3b79179f4/uts-generic-images-public/?viewType=grid" TargetMode="External"/><Relationship Id="rId4" Type="http://schemas.openxmlformats.org/officeDocument/2006/relationships/image" Target="../media/image99.jpeg"/><Relationship Id="rId9" Type="http://schemas.openxmlformats.org/officeDocument/2006/relationships/image" Target="../media/image104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0B2FEF-FC9B-5D40-8225-18BB56CE04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/>
              <a:t>Data Visualisation and Narratives</a:t>
            </a:r>
          </a:p>
          <a:p>
            <a:r>
              <a:rPr lang="en-AU"/>
              <a:t>Spring 2026</a:t>
            </a:r>
          </a:p>
          <a:p>
            <a:r>
              <a:rPr lang="en-AU"/>
              <a:t>Gerard Kelly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E6DEF-75D2-114C-BBA8-EDC134579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/>
              <a:t>DVN36104 SPR 2026</a:t>
            </a: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14F366C-C15C-33FF-305A-C0087BCC991F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85382" y="783000"/>
            <a:ext cx="6406617" cy="5292000"/>
          </a:xfrm>
        </p:spPr>
      </p:pic>
    </p:spTree>
    <p:extLst>
      <p:ext uri="{BB962C8B-B14F-4D97-AF65-F5344CB8AC3E}">
        <p14:creationId xmlns:p14="http://schemas.microsoft.com/office/powerpoint/2010/main" val="243604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B8B67-F55D-C116-9FD4-333842CBA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E4C37-784A-0E4D-A381-33033D6D7DB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AU" dirty="0">
                <a:solidFill>
                  <a:schemeClr val="tx2"/>
                </a:solidFill>
              </a:rPr>
              <a:t>Place long title here:</a:t>
            </a:r>
          </a:p>
          <a:p>
            <a:r>
              <a:rPr lang="en-AU" dirty="0" err="1">
                <a:solidFill>
                  <a:schemeClr val="tx2"/>
                </a:solidFill>
              </a:rPr>
              <a:t>Ligenimus</a:t>
            </a:r>
            <a:r>
              <a:rPr lang="en-AU" dirty="0">
                <a:solidFill>
                  <a:schemeClr val="tx2"/>
                </a:solidFill>
              </a:rPr>
              <a:t> </a:t>
            </a:r>
            <a:r>
              <a:rPr lang="en-AU" dirty="0" err="1">
                <a:solidFill>
                  <a:schemeClr val="tx2"/>
                </a:solidFill>
              </a:rPr>
              <a:t>pe</a:t>
            </a:r>
            <a:r>
              <a:rPr lang="en-AU" dirty="0">
                <a:solidFill>
                  <a:schemeClr val="tx2"/>
                </a:solidFill>
              </a:rPr>
              <a:t> </a:t>
            </a:r>
            <a:r>
              <a:rPr lang="en-AU" dirty="0" err="1">
                <a:solidFill>
                  <a:schemeClr val="tx2"/>
                </a:solidFill>
              </a:rPr>
              <a:t>vento</a:t>
            </a:r>
            <a:r>
              <a:rPr lang="en-AU" dirty="0">
                <a:solidFill>
                  <a:schemeClr val="tx2"/>
                </a:solidFill>
              </a:rPr>
              <a:t> </a:t>
            </a:r>
            <a:r>
              <a:rPr lang="en-AU" dirty="0" err="1">
                <a:solidFill>
                  <a:schemeClr val="tx2"/>
                </a:solidFill>
              </a:rPr>
              <a:t>molor</a:t>
            </a:r>
            <a:r>
              <a:rPr lang="en-AU" dirty="0">
                <a:solidFill>
                  <a:schemeClr val="tx2"/>
                </a:solidFill>
              </a:rPr>
              <a:t> </a:t>
            </a:r>
            <a:r>
              <a:rPr lang="en-AU" dirty="0" err="1">
                <a:solidFill>
                  <a:schemeClr val="tx2"/>
                </a:solidFill>
              </a:rPr>
              <a:t>si</a:t>
            </a:r>
            <a:r>
              <a:rPr lang="en-AU" dirty="0">
                <a:solidFill>
                  <a:schemeClr val="tx2"/>
                </a:solidFill>
              </a:rPr>
              <a:t> od </a:t>
            </a:r>
            <a:r>
              <a:rPr lang="en-AU" dirty="0" err="1">
                <a:solidFill>
                  <a:schemeClr val="tx2"/>
                </a:solidFill>
              </a:rPr>
              <a:t>quodio</a:t>
            </a:r>
            <a:r>
              <a:rPr lang="en-AU" dirty="0">
                <a:solidFill>
                  <a:schemeClr val="tx2"/>
                </a:solidFill>
              </a:rPr>
              <a:t>.</a:t>
            </a:r>
          </a:p>
          <a:p>
            <a:r>
              <a:rPr lang="en-AU" dirty="0">
                <a:solidFill>
                  <a:schemeClr val="tx2"/>
                </a:solidFill>
              </a:rPr>
              <a:t>Nam </a:t>
            </a:r>
            <a:r>
              <a:rPr lang="en-AU" dirty="0" err="1">
                <a:solidFill>
                  <a:schemeClr val="tx2"/>
                </a:solidFill>
              </a:rPr>
              <a:t>dollaut</a:t>
            </a:r>
            <a:r>
              <a:rPr lang="en-AU" dirty="0">
                <a:solidFill>
                  <a:schemeClr val="tx2"/>
                </a:solidFill>
              </a:rPr>
              <a:t> qui </a:t>
            </a:r>
            <a:r>
              <a:rPr lang="en-AU" dirty="0" err="1">
                <a:solidFill>
                  <a:schemeClr val="tx2"/>
                </a:solidFill>
              </a:rPr>
              <a:t>asfsdfsdfd</a:t>
            </a:r>
            <a:r>
              <a:rPr lang="en-AU" dirty="0">
                <a:solidFill>
                  <a:schemeClr val="tx2"/>
                </a:solidFill>
              </a:rPr>
              <a:t> </a:t>
            </a:r>
            <a:r>
              <a:rPr lang="en-AU" dirty="0" err="1">
                <a:solidFill>
                  <a:schemeClr val="tx2"/>
                </a:solidFill>
              </a:rPr>
              <a:t>remporest</a:t>
            </a:r>
            <a:r>
              <a:rPr lang="en-AU" dirty="0">
                <a:solidFill>
                  <a:schemeClr val="tx2"/>
                </a:solidFill>
              </a:rPr>
              <a:t>, </a:t>
            </a:r>
            <a:r>
              <a:rPr lang="en-AU" dirty="0" err="1">
                <a:solidFill>
                  <a:schemeClr val="tx2"/>
                </a:solidFill>
              </a:rPr>
              <a:t>sitatem</a:t>
            </a:r>
            <a:r>
              <a:rPr lang="en-AU" dirty="0">
                <a:solidFill>
                  <a:schemeClr val="tx2"/>
                </a:solidFill>
              </a:rPr>
              <a:t> </a:t>
            </a:r>
            <a:r>
              <a:rPr lang="en-AU" dirty="0" err="1">
                <a:solidFill>
                  <a:schemeClr val="tx2"/>
                </a:solidFill>
              </a:rPr>
              <a:t>renienitatat</a:t>
            </a:r>
            <a:r>
              <a:rPr lang="en-AU" dirty="0">
                <a:solidFill>
                  <a:schemeClr val="tx2"/>
                </a:solidFill>
              </a:rPr>
              <a:t> et at que </a:t>
            </a:r>
            <a:r>
              <a:rPr lang="en-AU" dirty="0" err="1">
                <a:solidFill>
                  <a:schemeClr val="tx2"/>
                </a:solidFill>
              </a:rPr>
              <a:t>sequosti</a:t>
            </a:r>
            <a:r>
              <a:rPr lang="en-AU" dirty="0">
                <a:solidFill>
                  <a:schemeClr val="tx2"/>
                </a:solidFill>
              </a:rPr>
              <a:t> ne</a:t>
            </a:r>
          </a:p>
        </p:txBody>
      </p:sp>
      <p:pic>
        <p:nvPicPr>
          <p:cNvPr id="7" name="Picture Placeholder 6" descr="A building with many windows&#10;&#10;Description automatically generated">
            <a:extLst>
              <a:ext uri="{FF2B5EF4-FFF2-40B4-BE49-F238E27FC236}">
                <a16:creationId xmlns:a16="http://schemas.microsoft.com/office/drawing/2014/main" id="{BDF707FC-0979-8313-0BFD-B04DE502B708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243" t="11886" r="3643"/>
          <a:stretch/>
        </p:blipFill>
        <p:spPr>
          <a:xfrm>
            <a:off x="4890977" y="1949986"/>
            <a:ext cx="7301022" cy="3384122"/>
          </a:xfrm>
        </p:spPr>
      </p:pic>
    </p:spTree>
    <p:extLst>
      <p:ext uri="{BB962C8B-B14F-4D97-AF65-F5344CB8AC3E}">
        <p14:creationId xmlns:p14="http://schemas.microsoft.com/office/powerpoint/2010/main" val="50011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9C46AC87-43D5-41D9-F4CC-79E4B746CC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Place long title here:</a:t>
            </a:r>
          </a:p>
          <a:p>
            <a:r>
              <a:rPr lang="en-AU" dirty="0" err="1"/>
              <a:t>Ligenimus</a:t>
            </a:r>
            <a:r>
              <a:rPr lang="en-AU" dirty="0"/>
              <a:t> </a:t>
            </a:r>
            <a:r>
              <a:rPr lang="en-AU" dirty="0" err="1"/>
              <a:t>pe</a:t>
            </a:r>
            <a:r>
              <a:rPr lang="en-AU" dirty="0"/>
              <a:t> </a:t>
            </a:r>
            <a:r>
              <a:rPr lang="en-AU" dirty="0" err="1"/>
              <a:t>vento</a:t>
            </a:r>
            <a:r>
              <a:rPr lang="en-AU" dirty="0"/>
              <a:t> </a:t>
            </a:r>
            <a:r>
              <a:rPr lang="en-AU" dirty="0" err="1"/>
              <a:t>molor</a:t>
            </a:r>
            <a:r>
              <a:rPr lang="en-AU" dirty="0"/>
              <a:t> </a:t>
            </a:r>
            <a:r>
              <a:rPr lang="en-AU" dirty="0" err="1"/>
              <a:t>si</a:t>
            </a:r>
            <a:r>
              <a:rPr lang="en-AU" dirty="0"/>
              <a:t> od </a:t>
            </a:r>
            <a:r>
              <a:rPr lang="en-AU" dirty="0" err="1"/>
              <a:t>quodio</a:t>
            </a:r>
            <a:r>
              <a:rPr lang="en-AU" dirty="0"/>
              <a:t>.</a:t>
            </a:r>
          </a:p>
          <a:p>
            <a:r>
              <a:rPr lang="en-AU" dirty="0"/>
              <a:t>Nam </a:t>
            </a:r>
            <a:r>
              <a:rPr lang="en-AU" dirty="0" err="1"/>
              <a:t>dollaut</a:t>
            </a:r>
            <a:r>
              <a:rPr lang="en-AU" dirty="0"/>
              <a:t> qui as </a:t>
            </a:r>
            <a:r>
              <a:rPr lang="en-AU" dirty="0" err="1"/>
              <a:t>remporest</a:t>
            </a:r>
            <a:r>
              <a:rPr lang="en-AU" dirty="0"/>
              <a:t>, </a:t>
            </a:r>
            <a:r>
              <a:rPr lang="en-AU" dirty="0" err="1"/>
              <a:t>sitatem</a:t>
            </a:r>
            <a:endParaRPr lang="en-AU" dirty="0"/>
          </a:p>
          <a:p>
            <a:r>
              <a:rPr lang="en-AU" dirty="0" err="1"/>
              <a:t>renienitatat</a:t>
            </a:r>
            <a:r>
              <a:rPr lang="en-AU" dirty="0"/>
              <a:t> et at que </a:t>
            </a:r>
            <a:r>
              <a:rPr lang="en-AU" dirty="0" err="1"/>
              <a:t>sequosti</a:t>
            </a:r>
            <a:r>
              <a:rPr lang="en-AU" dirty="0"/>
              <a:t> ne.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D35C753-E13F-A0F5-DD40-9F29481B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dirty="0"/>
              <a:t>Title heading</a:t>
            </a:r>
          </a:p>
        </p:txBody>
      </p:sp>
    </p:spTree>
    <p:extLst>
      <p:ext uri="{BB962C8B-B14F-4D97-AF65-F5344CB8AC3E}">
        <p14:creationId xmlns:p14="http://schemas.microsoft.com/office/powerpoint/2010/main" val="226526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FE612C34-7D9C-9051-7FFE-46CB53EA01A3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0"/>
            <a:ext cx="5046286" cy="5441576"/>
          </a:xfrm>
        </p:spPr>
      </p:pic>
      <p:sp>
        <p:nvSpPr>
          <p:cNvPr id="17" name="Subtitle 16">
            <a:extLst>
              <a:ext uri="{FF2B5EF4-FFF2-40B4-BE49-F238E27FC236}">
                <a16:creationId xmlns:a16="http://schemas.microsoft.com/office/drawing/2014/main" id="{2ACC1360-ADEF-787C-F0F2-6072AEB55C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AU" dirty="0"/>
              <a:t>Place long title here:</a:t>
            </a:r>
          </a:p>
          <a:p>
            <a:pPr>
              <a:spcBef>
                <a:spcPts val="0"/>
              </a:spcBef>
            </a:pPr>
            <a:r>
              <a:rPr lang="en-AU" dirty="0" err="1"/>
              <a:t>Ligenimus</a:t>
            </a:r>
            <a:r>
              <a:rPr lang="en-AU" dirty="0"/>
              <a:t> pe </a:t>
            </a:r>
            <a:r>
              <a:rPr lang="en-AU" dirty="0" err="1"/>
              <a:t>vento</a:t>
            </a:r>
            <a:r>
              <a:rPr lang="en-AU" dirty="0"/>
              <a:t> </a:t>
            </a:r>
            <a:r>
              <a:rPr lang="en-AU" dirty="0" err="1"/>
              <a:t>molor</a:t>
            </a:r>
            <a:r>
              <a:rPr lang="en-AU" dirty="0"/>
              <a:t> </a:t>
            </a:r>
            <a:r>
              <a:rPr lang="en-AU" dirty="0" err="1"/>
              <a:t>si</a:t>
            </a:r>
            <a:r>
              <a:rPr lang="en-AU" dirty="0"/>
              <a:t> od </a:t>
            </a:r>
            <a:r>
              <a:rPr lang="en-AU" dirty="0" err="1"/>
              <a:t>quodio</a:t>
            </a:r>
            <a:r>
              <a:rPr lang="en-AU" dirty="0"/>
              <a:t>.</a:t>
            </a:r>
          </a:p>
          <a:p>
            <a:pPr>
              <a:spcBef>
                <a:spcPts val="0"/>
              </a:spcBef>
            </a:pPr>
            <a:r>
              <a:rPr lang="en-AU" dirty="0"/>
              <a:t>Nam </a:t>
            </a:r>
            <a:r>
              <a:rPr lang="en-AU" dirty="0" err="1"/>
              <a:t>dollaut</a:t>
            </a:r>
            <a:r>
              <a:rPr lang="en-AU" dirty="0"/>
              <a:t> qui as </a:t>
            </a:r>
            <a:r>
              <a:rPr lang="en-AU" dirty="0" err="1"/>
              <a:t>remporest</a:t>
            </a:r>
            <a:r>
              <a:rPr lang="en-AU" dirty="0"/>
              <a:t>, </a:t>
            </a:r>
            <a:r>
              <a:rPr lang="en-AU" dirty="0" err="1"/>
              <a:t>sitatem</a:t>
            </a:r>
            <a:endParaRPr lang="en-AU" dirty="0"/>
          </a:p>
          <a:p>
            <a:pPr>
              <a:spcBef>
                <a:spcPts val="0"/>
              </a:spcBef>
            </a:pPr>
            <a:r>
              <a:rPr lang="en-AU" dirty="0" err="1"/>
              <a:t>renienitatat</a:t>
            </a:r>
            <a:r>
              <a:rPr lang="en-AU" dirty="0"/>
              <a:t> et at que </a:t>
            </a:r>
            <a:r>
              <a:rPr lang="en-AU" dirty="0" err="1"/>
              <a:t>sequosti</a:t>
            </a:r>
            <a:r>
              <a:rPr lang="en-AU" dirty="0"/>
              <a:t> ne.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3B5CB64-074A-3887-1F11-B6717E73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Title heading</a:t>
            </a:r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28116F9-CB46-49A2-B02B-37CC147FEB1B}"/>
              </a:ext>
            </a:extLst>
          </p:cNvPr>
          <p:cNvSpPr/>
          <p:nvPr/>
        </p:nvSpPr>
        <p:spPr>
          <a:xfrm>
            <a:off x="5263987" y="2340819"/>
            <a:ext cx="607075" cy="60707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FF66547-8265-5F30-DF47-03DB1DAAF7A2}"/>
              </a:ext>
            </a:extLst>
          </p:cNvPr>
          <p:cNvSpPr/>
          <p:nvPr/>
        </p:nvSpPr>
        <p:spPr>
          <a:xfrm>
            <a:off x="5784309" y="1052023"/>
            <a:ext cx="323619" cy="3236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5A43DEA-0E4E-BDCF-AC0F-C418360DC380}"/>
              </a:ext>
            </a:extLst>
          </p:cNvPr>
          <p:cNvSpPr/>
          <p:nvPr/>
        </p:nvSpPr>
        <p:spPr>
          <a:xfrm>
            <a:off x="5351510" y="511389"/>
            <a:ext cx="402821" cy="40282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BFBEFA0-432C-B4B2-C9DE-072198432827}"/>
              </a:ext>
            </a:extLst>
          </p:cNvPr>
          <p:cNvSpPr/>
          <p:nvPr/>
        </p:nvSpPr>
        <p:spPr>
          <a:xfrm>
            <a:off x="5595241" y="3970401"/>
            <a:ext cx="318180" cy="318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B83C9D-2966-7A03-F9F4-EC755F1C87C6}"/>
              </a:ext>
            </a:extLst>
          </p:cNvPr>
          <p:cNvSpPr/>
          <p:nvPr/>
        </p:nvSpPr>
        <p:spPr>
          <a:xfrm>
            <a:off x="5409636" y="4289292"/>
            <a:ext cx="185605" cy="1856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6C7D09-75C5-2197-F9CC-F793180F4E14}"/>
              </a:ext>
            </a:extLst>
          </p:cNvPr>
          <p:cNvSpPr/>
          <p:nvPr/>
        </p:nvSpPr>
        <p:spPr>
          <a:xfrm>
            <a:off x="1241424" y="5219458"/>
            <a:ext cx="559096" cy="559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36292F-A6F6-4D15-FC6A-9DA780BD314F}"/>
              </a:ext>
            </a:extLst>
          </p:cNvPr>
          <p:cNvSpPr/>
          <p:nvPr/>
        </p:nvSpPr>
        <p:spPr>
          <a:xfrm>
            <a:off x="1568107" y="5630657"/>
            <a:ext cx="185605" cy="1856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7901FF-501B-CC96-3C43-1D0ABD6AE900}"/>
              </a:ext>
            </a:extLst>
          </p:cNvPr>
          <p:cNvSpPr/>
          <p:nvPr/>
        </p:nvSpPr>
        <p:spPr>
          <a:xfrm>
            <a:off x="4066319" y="817589"/>
            <a:ext cx="1197668" cy="11976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7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C859-CE23-9A47-BCC1-F76F842486A2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spc="-40" dirty="0"/>
              <a:t>Delete the existing blue circle (place holder) </a:t>
            </a:r>
            <a:br>
              <a:rPr lang="en-US" sz="1800" spc="-40" dirty="0"/>
            </a:br>
            <a:r>
              <a:rPr lang="en-US" sz="1800" spc="-40" dirty="0"/>
              <a:t>to reveal the ‘active image box’</a:t>
            </a:r>
          </a:p>
          <a:p>
            <a:pPr marL="0" indent="0">
              <a:buNone/>
            </a:pPr>
            <a:r>
              <a:rPr lang="en-US" sz="1800" spc="-40" dirty="0"/>
              <a:t>Click on the ‘icon’ to insert your image</a:t>
            </a:r>
          </a:p>
          <a:p>
            <a:pPr marL="0" indent="0">
              <a:buNone/>
            </a:pPr>
            <a:r>
              <a:rPr lang="en-US" sz="1800" spc="-40" dirty="0">
                <a:solidFill>
                  <a:srgbClr val="FF0000"/>
                </a:solidFill>
              </a:rPr>
              <a:t>1. </a:t>
            </a:r>
            <a:r>
              <a:rPr lang="en-US" sz="1800" spc="-40" dirty="0"/>
              <a:t>Select the image you just inserted, </a:t>
            </a:r>
            <a:br>
              <a:rPr lang="en-US" sz="1800" spc="-40" dirty="0"/>
            </a:br>
            <a:r>
              <a:rPr lang="en-US" sz="1800" spc="-40" dirty="0"/>
              <a:t>    then go to</a:t>
            </a:r>
          </a:p>
          <a:p>
            <a:pPr marL="0" indent="0">
              <a:buNone/>
            </a:pPr>
            <a:r>
              <a:rPr lang="en-US" sz="1800" spc="-40" dirty="0">
                <a:solidFill>
                  <a:srgbClr val="FF0000"/>
                </a:solidFill>
              </a:rPr>
              <a:t>2. </a:t>
            </a:r>
            <a:r>
              <a:rPr lang="en-US" sz="1800" spc="-40" dirty="0"/>
              <a:t>Picture ‘Format tab’ </a:t>
            </a:r>
          </a:p>
          <a:p>
            <a:pPr marL="0" indent="0">
              <a:buNone/>
            </a:pPr>
            <a:r>
              <a:rPr lang="en-US" sz="1800" spc="-40" dirty="0">
                <a:solidFill>
                  <a:srgbClr val="FF0000"/>
                </a:solidFill>
              </a:rPr>
              <a:t>3. </a:t>
            </a:r>
            <a:r>
              <a:rPr lang="en-US" sz="1800" spc="-40" dirty="0"/>
              <a:t>Crop tool </a:t>
            </a:r>
          </a:p>
          <a:p>
            <a:pPr marL="0" indent="0">
              <a:buNone/>
            </a:pPr>
            <a:r>
              <a:rPr lang="en-US" sz="1800" spc="-40" dirty="0">
                <a:solidFill>
                  <a:srgbClr val="FF0000"/>
                </a:solidFill>
              </a:rPr>
              <a:t>4. </a:t>
            </a:r>
            <a:r>
              <a:rPr lang="en-US" sz="1800" spc="-40" dirty="0"/>
              <a:t>Crop to Shape </a:t>
            </a:r>
          </a:p>
          <a:p>
            <a:pPr marL="0" indent="0">
              <a:buNone/>
            </a:pPr>
            <a:r>
              <a:rPr lang="en-US" sz="1800" spc="-40" dirty="0">
                <a:solidFill>
                  <a:srgbClr val="FF0000"/>
                </a:solidFill>
              </a:rPr>
              <a:t>5. </a:t>
            </a:r>
            <a:r>
              <a:rPr lang="en-US" sz="1800" spc="-40" dirty="0"/>
              <a:t>Select the Circle shape (or desired shape)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5C11A-C80E-3E4B-B07F-C2A11A5D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54" y="589218"/>
            <a:ext cx="10326658" cy="467226"/>
          </a:xfrm>
        </p:spPr>
        <p:txBody>
          <a:bodyPr/>
          <a:lstStyle/>
          <a:p>
            <a:r>
              <a:rPr lang="en-US" sz="3600" dirty="0"/>
              <a:t>Instructions – How to </a:t>
            </a:r>
            <a:r>
              <a:rPr lang="en-US" sz="3600" b="1" dirty="0"/>
              <a:t>insert</a:t>
            </a:r>
            <a:r>
              <a:rPr lang="en-US" sz="3600" dirty="0"/>
              <a:t> image into a shape</a:t>
            </a:r>
          </a:p>
        </p:txBody>
      </p:sp>
      <p:pic>
        <p:nvPicPr>
          <p:cNvPr id="8" name="Picture 7" descr="circle">
            <a:extLst>
              <a:ext uri="{FF2B5EF4-FFF2-40B4-BE49-F238E27FC236}">
                <a16:creationId xmlns:a16="http://schemas.microsoft.com/office/drawing/2014/main" id="{8728C2C5-E117-724D-BC7F-1633C203ACB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7939" y="1479157"/>
            <a:ext cx="6259531" cy="3615068"/>
          </a:xfrm>
          <a:prstGeom prst="rect">
            <a:avLst/>
          </a:prstGeom>
        </p:spPr>
      </p:pic>
      <p:sp>
        <p:nvSpPr>
          <p:cNvPr id="9" name="Oval 8" descr="circle">
            <a:extLst>
              <a:ext uri="{FF2B5EF4-FFF2-40B4-BE49-F238E27FC236}">
                <a16:creationId xmlns:a16="http://schemas.microsoft.com/office/drawing/2014/main" id="{12878915-ED96-1C41-A7F3-B15421F381D1}"/>
              </a:ext>
            </a:extLst>
          </p:cNvPr>
          <p:cNvSpPr/>
          <p:nvPr/>
        </p:nvSpPr>
        <p:spPr>
          <a:xfrm>
            <a:off x="8302462" y="1532320"/>
            <a:ext cx="680483" cy="27644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 descr="tick box">
            <a:extLst>
              <a:ext uri="{FF2B5EF4-FFF2-40B4-BE49-F238E27FC236}">
                <a16:creationId xmlns:a16="http://schemas.microsoft.com/office/drawing/2014/main" id="{17D70F08-AA7E-774C-8D61-30BE24967BEE}"/>
              </a:ext>
            </a:extLst>
          </p:cNvPr>
          <p:cNvSpPr/>
          <p:nvPr/>
        </p:nvSpPr>
        <p:spPr>
          <a:xfrm>
            <a:off x="10596182" y="1670543"/>
            <a:ext cx="289992" cy="27644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 descr="select">
            <a:extLst>
              <a:ext uri="{FF2B5EF4-FFF2-40B4-BE49-F238E27FC236}">
                <a16:creationId xmlns:a16="http://schemas.microsoft.com/office/drawing/2014/main" id="{37F431C3-513A-154A-AAAA-437ECD1A7516}"/>
              </a:ext>
            </a:extLst>
          </p:cNvPr>
          <p:cNvSpPr/>
          <p:nvPr/>
        </p:nvSpPr>
        <p:spPr>
          <a:xfrm>
            <a:off x="8649061" y="2307727"/>
            <a:ext cx="404174" cy="37911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9047E3-FAF4-2044-ABA7-908B9BDED595}"/>
              </a:ext>
            </a:extLst>
          </p:cNvPr>
          <p:cNvSpPr txBox="1"/>
          <p:nvPr/>
        </p:nvSpPr>
        <p:spPr>
          <a:xfrm>
            <a:off x="6636902" y="272904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B19A4D-D3E5-8842-8379-84CBA51524B1}"/>
              </a:ext>
            </a:extLst>
          </p:cNvPr>
          <p:cNvSpPr txBox="1"/>
          <p:nvPr/>
        </p:nvSpPr>
        <p:spPr>
          <a:xfrm>
            <a:off x="8562521" y="11661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FFFBAA-728D-224C-BCC9-284253D5FC17}"/>
              </a:ext>
            </a:extLst>
          </p:cNvPr>
          <p:cNvSpPr txBox="1"/>
          <p:nvPr/>
        </p:nvSpPr>
        <p:spPr>
          <a:xfrm>
            <a:off x="10617885" y="11661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EC80E3-9A13-3644-A61D-59A97906A0A4}"/>
              </a:ext>
            </a:extLst>
          </p:cNvPr>
          <p:cNvSpPr txBox="1"/>
          <p:nvPr/>
        </p:nvSpPr>
        <p:spPr>
          <a:xfrm>
            <a:off x="11425768" y="187612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C96643-99A5-BE4A-A66A-FDE4E8931E1F}"/>
              </a:ext>
            </a:extLst>
          </p:cNvPr>
          <p:cNvSpPr txBox="1"/>
          <p:nvPr/>
        </p:nvSpPr>
        <p:spPr>
          <a:xfrm>
            <a:off x="8359838" y="236457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1B7B3-866D-6CCC-9554-3F6339530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13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C859-CE23-9A47-BCC1-F76F842486A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27855" y="1388297"/>
            <a:ext cx="3438624" cy="4670757"/>
          </a:xfrm>
        </p:spPr>
        <p:txBody>
          <a:bodyPr/>
          <a:lstStyle/>
          <a:p>
            <a:pPr marL="0" indent="0">
              <a:buNone/>
            </a:pPr>
            <a:r>
              <a:rPr lang="en-US" spc="-40" dirty="0"/>
              <a:t>Select the image you want to replace</a:t>
            </a:r>
          </a:p>
          <a:p>
            <a:r>
              <a:rPr lang="en-US" spc="-40" dirty="0">
                <a:solidFill>
                  <a:srgbClr val="FF0000"/>
                </a:solidFill>
              </a:rPr>
              <a:t>1. </a:t>
            </a:r>
            <a:r>
              <a:rPr lang="en-US" spc="-40" dirty="0"/>
              <a:t>Select ‘Picture Format’</a:t>
            </a:r>
          </a:p>
          <a:p>
            <a:pPr marL="0" indent="0">
              <a:buNone/>
            </a:pPr>
            <a:r>
              <a:rPr lang="en-US" spc="-40" dirty="0">
                <a:solidFill>
                  <a:srgbClr val="FF0000"/>
                </a:solidFill>
              </a:rPr>
              <a:t>2. </a:t>
            </a:r>
            <a:r>
              <a:rPr lang="en-US" spc="-40" dirty="0"/>
              <a:t>Select ‘Change Picture’</a:t>
            </a:r>
          </a:p>
          <a:p>
            <a:r>
              <a:rPr lang="en-US" spc="-40" dirty="0">
                <a:solidFill>
                  <a:srgbClr val="FF0000"/>
                </a:solidFill>
              </a:rPr>
              <a:t>3. </a:t>
            </a:r>
            <a:r>
              <a:rPr lang="en-US" spc="-40" dirty="0"/>
              <a:t>Select ‘From a File’ and select the image you want</a:t>
            </a:r>
          </a:p>
          <a:p>
            <a:pPr marL="0" indent="0">
              <a:buNone/>
            </a:pPr>
            <a:r>
              <a:rPr lang="en-US" spc="-40" dirty="0">
                <a:solidFill>
                  <a:srgbClr val="FF0000"/>
                </a:solidFill>
              </a:rPr>
              <a:t>4. </a:t>
            </a:r>
            <a:r>
              <a:rPr lang="en-US" spc="-40" dirty="0"/>
              <a:t>Click the ‘Crop tool’ </a:t>
            </a:r>
            <a:br>
              <a:rPr lang="en-US" spc="-40" dirty="0"/>
            </a:br>
            <a:r>
              <a:rPr lang="en-US" spc="-40" dirty="0"/>
              <a:t>drop-down and select ‘Fill’, then crop or scale the image how you’d like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5C11A-C80E-3E4B-B07F-C2A11A5D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54" y="589218"/>
            <a:ext cx="10879336" cy="673974"/>
          </a:xfrm>
        </p:spPr>
        <p:txBody>
          <a:bodyPr/>
          <a:lstStyle/>
          <a:p>
            <a:r>
              <a:rPr lang="en-US" dirty="0"/>
              <a:t>Instructions – How to </a:t>
            </a:r>
            <a:r>
              <a:rPr lang="en-US" b="1" dirty="0"/>
              <a:t>replace</a:t>
            </a:r>
            <a:r>
              <a:rPr lang="en-US" dirty="0"/>
              <a:t> an image in a shape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EF6979-4489-3048-529C-50959220BD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36994" y="2148396"/>
            <a:ext cx="2822122" cy="3973548"/>
          </a:xfrm>
          <a:prstGeom prst="rect">
            <a:avLst/>
          </a:prstGeom>
        </p:spPr>
      </p:pic>
      <p:sp>
        <p:nvSpPr>
          <p:cNvPr id="7" name="Oval 6" descr="circle">
            <a:extLst>
              <a:ext uri="{FF2B5EF4-FFF2-40B4-BE49-F238E27FC236}">
                <a16:creationId xmlns:a16="http://schemas.microsoft.com/office/drawing/2014/main" id="{E174D06E-CF21-8ED3-600A-D16E476662FD}"/>
              </a:ext>
            </a:extLst>
          </p:cNvPr>
          <p:cNvSpPr/>
          <p:nvPr/>
        </p:nvSpPr>
        <p:spPr>
          <a:xfrm>
            <a:off x="6614601" y="2140870"/>
            <a:ext cx="613031" cy="1960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 descr="circle">
            <a:extLst>
              <a:ext uri="{FF2B5EF4-FFF2-40B4-BE49-F238E27FC236}">
                <a16:creationId xmlns:a16="http://schemas.microsoft.com/office/drawing/2014/main" id="{899396FF-2E88-9458-8081-A29BE635ECEB}"/>
              </a:ext>
            </a:extLst>
          </p:cNvPr>
          <p:cNvSpPr/>
          <p:nvPr/>
        </p:nvSpPr>
        <p:spPr>
          <a:xfrm>
            <a:off x="4441178" y="2230244"/>
            <a:ext cx="1056747" cy="52306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41F609-6C08-3410-D3B7-554BE60D4D9E}"/>
              </a:ext>
            </a:extLst>
          </p:cNvPr>
          <p:cNvSpPr txBox="1"/>
          <p:nvPr/>
        </p:nvSpPr>
        <p:spPr>
          <a:xfrm>
            <a:off x="6903355" y="177892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2E66CD-3DC0-A055-50F5-DA9A2E526DE3}"/>
              </a:ext>
            </a:extLst>
          </p:cNvPr>
          <p:cNvSpPr txBox="1"/>
          <p:nvPr/>
        </p:nvSpPr>
        <p:spPr>
          <a:xfrm>
            <a:off x="4487336" y="172205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2-3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FBD097-38FE-C0C7-CA90-285906AFAC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2830" y="2904174"/>
            <a:ext cx="4180178" cy="3215815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B1F6D30-6695-685F-2D4D-3337B5CA0C78}"/>
              </a:ext>
            </a:extLst>
          </p:cNvPr>
          <p:cNvSpPr txBox="1"/>
          <p:nvPr/>
        </p:nvSpPr>
        <p:spPr>
          <a:xfrm>
            <a:off x="11425946" y="24831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EC37CC7-F567-4919-440E-9C384BF0B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6</a:t>
            </a:fld>
            <a:endParaRPr lang="en-US"/>
          </a:p>
        </p:txBody>
      </p:sp>
      <p:sp>
        <p:nvSpPr>
          <p:cNvPr id="10" name="Oval 9" descr="circle">
            <a:extLst>
              <a:ext uri="{FF2B5EF4-FFF2-40B4-BE49-F238E27FC236}">
                <a16:creationId xmlns:a16="http://schemas.microsoft.com/office/drawing/2014/main" id="{23B9008B-0728-F811-8E8D-086F45C40C7C}"/>
              </a:ext>
            </a:extLst>
          </p:cNvPr>
          <p:cNvSpPr/>
          <p:nvPr/>
        </p:nvSpPr>
        <p:spPr>
          <a:xfrm>
            <a:off x="10822399" y="2918598"/>
            <a:ext cx="1007999" cy="10079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067BA0-BC79-9D70-0A7A-BB6B3CB2BD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64544" y="1388298"/>
            <a:ext cx="2582989" cy="398822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C859-CE23-9A47-BCC1-F76F842486A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27854" y="1388298"/>
            <a:ext cx="5296784" cy="4081404"/>
          </a:xfrm>
        </p:spPr>
        <p:txBody>
          <a:bodyPr/>
          <a:lstStyle/>
          <a:p>
            <a:pPr marL="0" indent="0">
              <a:buNone/>
            </a:pPr>
            <a:r>
              <a:rPr lang="en-US" spc="-40" dirty="0">
                <a:solidFill>
                  <a:schemeClr val="accent2"/>
                </a:solidFill>
              </a:rPr>
              <a:t>1. </a:t>
            </a:r>
            <a:r>
              <a:rPr lang="en-US" spc="-40" dirty="0"/>
              <a:t>Click on the ‘File’</a:t>
            </a:r>
          </a:p>
          <a:p>
            <a:pPr marL="0" indent="0">
              <a:buNone/>
            </a:pPr>
            <a:r>
              <a:rPr lang="en-US" spc="-40" dirty="0">
                <a:solidFill>
                  <a:srgbClr val="FF0000"/>
                </a:solidFill>
              </a:rPr>
              <a:t>2. </a:t>
            </a:r>
            <a:r>
              <a:rPr lang="en-US" spc="-40" dirty="0"/>
              <a:t>Select ‘Compress Pictures…’</a:t>
            </a:r>
          </a:p>
          <a:p>
            <a:pPr marL="0" indent="0">
              <a:buNone/>
            </a:pPr>
            <a:r>
              <a:rPr lang="en-US" spc="-40" dirty="0">
                <a:solidFill>
                  <a:srgbClr val="FF0000"/>
                </a:solidFill>
              </a:rPr>
              <a:t>3. </a:t>
            </a:r>
            <a:r>
              <a:rPr lang="en-US" spc="-40" dirty="0"/>
              <a:t>Select desired compression setting</a:t>
            </a:r>
            <a:endParaRPr lang="en-US" spc="-4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pc="-40" dirty="0">
                <a:solidFill>
                  <a:schemeClr val="accent2"/>
                </a:solidFill>
              </a:rPr>
              <a:t>4.</a:t>
            </a:r>
            <a:r>
              <a:rPr lang="en-US" spc="-40" dirty="0"/>
              <a:t> Select this if desired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5C11A-C80E-3E4B-B07F-C2A11A5D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54" y="589218"/>
            <a:ext cx="10326658" cy="467226"/>
          </a:xfrm>
        </p:spPr>
        <p:txBody>
          <a:bodyPr/>
          <a:lstStyle/>
          <a:p>
            <a:r>
              <a:rPr lang="en-US" dirty="0"/>
              <a:t>Instructions – Compress a PPT file</a:t>
            </a:r>
          </a:p>
        </p:txBody>
      </p:sp>
      <p:sp>
        <p:nvSpPr>
          <p:cNvPr id="9" name="Oval 8" descr="circle">
            <a:extLst>
              <a:ext uri="{FF2B5EF4-FFF2-40B4-BE49-F238E27FC236}">
                <a16:creationId xmlns:a16="http://schemas.microsoft.com/office/drawing/2014/main" id="{12878915-ED96-1C41-A7F3-B15421F381D1}"/>
              </a:ext>
            </a:extLst>
          </p:cNvPr>
          <p:cNvSpPr/>
          <p:nvPr/>
        </p:nvSpPr>
        <p:spPr>
          <a:xfrm>
            <a:off x="7079821" y="4385097"/>
            <a:ext cx="1094915" cy="27644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9047E3-FAF4-2044-ABA7-908B9BDED595}"/>
              </a:ext>
            </a:extLst>
          </p:cNvPr>
          <p:cNvSpPr txBox="1"/>
          <p:nvPr/>
        </p:nvSpPr>
        <p:spPr>
          <a:xfrm>
            <a:off x="7304360" y="123046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B19A4D-D3E5-8842-8379-84CBA51524B1}"/>
              </a:ext>
            </a:extLst>
          </p:cNvPr>
          <p:cNvSpPr txBox="1"/>
          <p:nvPr/>
        </p:nvSpPr>
        <p:spPr>
          <a:xfrm>
            <a:off x="7938443" y="41533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70B14E-5D9F-E9CC-9D09-532D786D85B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9310" y="3686786"/>
            <a:ext cx="2234361" cy="1671828"/>
          </a:xfrm>
          <a:prstGeom prst="rect">
            <a:avLst/>
          </a:prstGeom>
        </p:spPr>
      </p:pic>
      <p:sp>
        <p:nvSpPr>
          <p:cNvPr id="11" name="Oval 10" descr="tick box">
            <a:extLst>
              <a:ext uri="{FF2B5EF4-FFF2-40B4-BE49-F238E27FC236}">
                <a16:creationId xmlns:a16="http://schemas.microsoft.com/office/drawing/2014/main" id="{17D70F08-AA7E-774C-8D61-30BE24967BEE}"/>
              </a:ext>
            </a:extLst>
          </p:cNvPr>
          <p:cNvSpPr/>
          <p:nvPr/>
        </p:nvSpPr>
        <p:spPr>
          <a:xfrm>
            <a:off x="9847840" y="4174961"/>
            <a:ext cx="933934" cy="27644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 descr="select">
            <a:extLst>
              <a:ext uri="{FF2B5EF4-FFF2-40B4-BE49-F238E27FC236}">
                <a16:creationId xmlns:a16="http://schemas.microsoft.com/office/drawing/2014/main" id="{37F431C3-513A-154A-AAAA-437ECD1A7516}"/>
              </a:ext>
            </a:extLst>
          </p:cNvPr>
          <p:cNvSpPr/>
          <p:nvPr/>
        </p:nvSpPr>
        <p:spPr>
          <a:xfrm>
            <a:off x="9781219" y="4386593"/>
            <a:ext cx="290682" cy="27266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FFFBAA-728D-224C-BCC9-284253D5FC17}"/>
              </a:ext>
            </a:extLst>
          </p:cNvPr>
          <p:cNvSpPr txBox="1"/>
          <p:nvPr/>
        </p:nvSpPr>
        <p:spPr>
          <a:xfrm>
            <a:off x="10680859" y="401726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EC80E3-9A13-3644-A61D-59A97906A0A4}"/>
              </a:ext>
            </a:extLst>
          </p:cNvPr>
          <p:cNvSpPr txBox="1"/>
          <p:nvPr/>
        </p:nvSpPr>
        <p:spPr>
          <a:xfrm>
            <a:off x="9525925" y="432091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5560A-AC20-4141-75BA-0A6B63CD4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541924-1475-8156-FD04-D2E7965761B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6588" y="1537195"/>
            <a:ext cx="4583808" cy="498763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C859-CE23-9A47-BCC1-F76F842486A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27854" y="1613929"/>
            <a:ext cx="5296784" cy="4081404"/>
          </a:xfrm>
        </p:spPr>
        <p:txBody>
          <a:bodyPr/>
          <a:lstStyle/>
          <a:p>
            <a:pPr marL="0" indent="0">
              <a:buNone/>
            </a:pPr>
            <a:r>
              <a:rPr lang="en-US" spc="-40" dirty="0"/>
              <a:t>Select the icon to </a:t>
            </a:r>
            <a:r>
              <a:rPr lang="en-US" spc="-40" dirty="0" err="1"/>
              <a:t>recolour</a:t>
            </a:r>
            <a:endParaRPr lang="en-US" sz="2400" spc="-40" dirty="0"/>
          </a:p>
          <a:p>
            <a:pPr marL="342900" indent="-342900">
              <a:buClr>
                <a:schemeClr val="accent2"/>
              </a:buClr>
              <a:buAutoNum type="arabicPeriod"/>
            </a:pPr>
            <a:r>
              <a:rPr lang="en-US" spc="-40" dirty="0"/>
              <a:t>Go to ‘Graphics Format’ in the menu</a:t>
            </a:r>
          </a:p>
          <a:p>
            <a:pPr marL="342900" indent="-342900">
              <a:buClr>
                <a:schemeClr val="accent2"/>
              </a:buClr>
              <a:buAutoNum type="arabicPeriod"/>
            </a:pPr>
            <a:r>
              <a:rPr lang="en-US" spc="-40" dirty="0"/>
              <a:t>Select ‘Shape Fill’, paint bucket icon</a:t>
            </a:r>
          </a:p>
          <a:p>
            <a:pPr marL="342900" indent="-342900">
              <a:buClr>
                <a:schemeClr val="accent2"/>
              </a:buClr>
              <a:buAutoNum type="arabicPeriod"/>
            </a:pPr>
            <a:r>
              <a:rPr lang="en-US" spc="-40" dirty="0"/>
              <a:t>Select your brand </a:t>
            </a:r>
            <a:r>
              <a:rPr lang="en-US" spc="-40" dirty="0" err="1"/>
              <a:t>colour</a:t>
            </a:r>
            <a:endParaRPr lang="en-US" spc="-4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5C11A-C80E-3E4B-B07F-C2A11A5D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54" y="589218"/>
            <a:ext cx="10326658" cy="467226"/>
          </a:xfrm>
        </p:spPr>
        <p:txBody>
          <a:bodyPr/>
          <a:lstStyle/>
          <a:p>
            <a:r>
              <a:rPr lang="en-US" dirty="0"/>
              <a:t>Instructions – how to re-</a:t>
            </a:r>
            <a:r>
              <a:rPr lang="en-US" dirty="0" err="1"/>
              <a:t>colour</a:t>
            </a:r>
            <a:r>
              <a:rPr lang="en-US" dirty="0"/>
              <a:t> your icons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77D8E-7541-FCFC-2196-6C163D27D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8</a:t>
            </a:fld>
            <a:endParaRPr lang="en-US"/>
          </a:p>
        </p:txBody>
      </p:sp>
      <p:sp>
        <p:nvSpPr>
          <p:cNvPr id="7" name="Oval 6" descr="circle">
            <a:extLst>
              <a:ext uri="{FF2B5EF4-FFF2-40B4-BE49-F238E27FC236}">
                <a16:creationId xmlns:a16="http://schemas.microsoft.com/office/drawing/2014/main" id="{D81F22BA-C16A-052A-9018-57B06404E047}"/>
              </a:ext>
            </a:extLst>
          </p:cNvPr>
          <p:cNvSpPr/>
          <p:nvPr/>
        </p:nvSpPr>
        <p:spPr>
          <a:xfrm>
            <a:off x="6790652" y="2447467"/>
            <a:ext cx="293639" cy="29922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463BF5AD-1EE4-0F45-04AF-AA178277103B}"/>
              </a:ext>
            </a:extLst>
          </p:cNvPr>
          <p:cNvSpPr/>
          <p:nvPr/>
        </p:nvSpPr>
        <p:spPr>
          <a:xfrm rot="12427938">
            <a:off x="8066515" y="4944450"/>
            <a:ext cx="424102" cy="220638"/>
          </a:xfrm>
          <a:prstGeom prst="lef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BC5D9-DE7B-F2DC-928E-5E7321DD02E1}"/>
              </a:ext>
            </a:extLst>
          </p:cNvPr>
          <p:cNvSpPr txBox="1"/>
          <p:nvPr/>
        </p:nvSpPr>
        <p:spPr>
          <a:xfrm>
            <a:off x="7062044" y="221668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2" name="Oval 11" descr="circle">
            <a:extLst>
              <a:ext uri="{FF2B5EF4-FFF2-40B4-BE49-F238E27FC236}">
                <a16:creationId xmlns:a16="http://schemas.microsoft.com/office/drawing/2014/main" id="{2A28899A-A14A-C4D3-133A-8F74092D0BF2}"/>
              </a:ext>
            </a:extLst>
          </p:cNvPr>
          <p:cNvSpPr/>
          <p:nvPr/>
        </p:nvSpPr>
        <p:spPr>
          <a:xfrm>
            <a:off x="7788392" y="1506809"/>
            <a:ext cx="1077362" cy="29922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6EE03C-A107-3726-F197-8E11CE30E5F4}"/>
              </a:ext>
            </a:extLst>
          </p:cNvPr>
          <p:cNvSpPr txBox="1"/>
          <p:nvPr/>
        </p:nvSpPr>
        <p:spPr>
          <a:xfrm>
            <a:off x="8691194" y="125793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" name="Oval 5" descr="circle">
            <a:extLst>
              <a:ext uri="{FF2B5EF4-FFF2-40B4-BE49-F238E27FC236}">
                <a16:creationId xmlns:a16="http://schemas.microsoft.com/office/drawing/2014/main" id="{36F27033-397E-C311-41EC-506A64324EF5}"/>
              </a:ext>
            </a:extLst>
          </p:cNvPr>
          <p:cNvSpPr/>
          <p:nvPr/>
        </p:nvSpPr>
        <p:spPr>
          <a:xfrm>
            <a:off x="6088690" y="1711324"/>
            <a:ext cx="459893" cy="4447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24506F-44B6-1D2E-0C69-15D59513FE2C}"/>
              </a:ext>
            </a:extLst>
          </p:cNvPr>
          <p:cNvSpPr txBox="1"/>
          <p:nvPr/>
        </p:nvSpPr>
        <p:spPr>
          <a:xfrm>
            <a:off x="5787426" y="166984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0488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51A9358-6096-D5A1-B886-B9EDC31444F5}"/>
              </a:ext>
            </a:extLst>
          </p:cNvPr>
          <p:cNvSpPr>
            <a:spLocks noChangeAspect="1"/>
          </p:cNvSpPr>
          <p:nvPr/>
        </p:nvSpPr>
        <p:spPr>
          <a:xfrm>
            <a:off x="4073432" y="1167287"/>
            <a:ext cx="4320000" cy="43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309B27D-CB51-C43A-F9B8-5E7B7B6D4CA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612822" y="2253342"/>
            <a:ext cx="3701619" cy="3233945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AU" sz="1700" b="1" dirty="0">
                <a:solidFill>
                  <a:schemeClr val="accent2"/>
                </a:solidFill>
              </a:rPr>
              <a:t>Acknowledgment of Country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AU" sz="1400" b="0" dirty="0"/>
              <a:t>UTS acknowledges the Gadigal </a:t>
            </a:r>
            <a:br>
              <a:rPr lang="en-AU" sz="1400" b="0" dirty="0"/>
            </a:br>
            <a:r>
              <a:rPr lang="en-AU" sz="1400" b="0" dirty="0"/>
              <a:t>people, the </a:t>
            </a:r>
            <a:r>
              <a:rPr lang="en-AU" sz="1400" b="0" dirty="0" err="1"/>
              <a:t>Boorooberongal</a:t>
            </a:r>
            <a:r>
              <a:rPr lang="en-AU" sz="1400" b="0" dirty="0"/>
              <a:t> people of </a:t>
            </a:r>
            <a:br>
              <a:rPr lang="en-AU" sz="1400" b="0" dirty="0"/>
            </a:br>
            <a:r>
              <a:rPr lang="en-AU" sz="1400" b="0" dirty="0"/>
              <a:t>the </a:t>
            </a:r>
            <a:r>
              <a:rPr lang="en-AU" sz="1400" b="0" dirty="0" err="1"/>
              <a:t>Dharug</a:t>
            </a:r>
            <a:r>
              <a:rPr lang="en-AU" sz="1400" b="0" dirty="0"/>
              <a:t> Nation, the </a:t>
            </a:r>
            <a:r>
              <a:rPr lang="en-AU" sz="1400" b="0" dirty="0" err="1"/>
              <a:t>Bidjigal</a:t>
            </a:r>
            <a:r>
              <a:rPr lang="en-AU" sz="1400" b="0" dirty="0"/>
              <a:t> people </a:t>
            </a:r>
            <a:br>
              <a:rPr lang="en-AU" sz="1400" b="0" dirty="0"/>
            </a:br>
            <a:r>
              <a:rPr lang="en-AU" sz="1400" b="0" dirty="0"/>
              <a:t>and the </a:t>
            </a:r>
            <a:r>
              <a:rPr lang="en-AU" sz="1400" b="0" dirty="0" err="1"/>
              <a:t>Gamaygal</a:t>
            </a:r>
            <a:r>
              <a:rPr lang="en-AU" sz="1400" b="0" dirty="0"/>
              <a:t> people, upon </a:t>
            </a:r>
            <a:br>
              <a:rPr lang="en-AU" sz="1400" b="0" dirty="0"/>
            </a:br>
            <a:r>
              <a:rPr lang="en-AU" sz="1400" b="0" dirty="0"/>
              <a:t>whose ancestral lands our university </a:t>
            </a:r>
            <a:br>
              <a:rPr lang="en-AU" sz="1400" b="0" dirty="0"/>
            </a:br>
            <a:r>
              <a:rPr lang="en-AU" sz="1400" b="0" dirty="0"/>
              <a:t>stands. We would also like to pay </a:t>
            </a:r>
            <a:br>
              <a:rPr lang="en-AU" sz="1400" b="0" dirty="0"/>
            </a:br>
            <a:r>
              <a:rPr lang="en-AU" sz="1400" b="0" dirty="0"/>
              <a:t>respect to the Elders both past and </a:t>
            </a:r>
            <a:br>
              <a:rPr lang="en-AU" sz="1400" b="0" dirty="0"/>
            </a:br>
            <a:r>
              <a:rPr lang="en-AU" sz="1400" b="0" dirty="0"/>
              <a:t>present, acknowledging them as the Traditional Custodians for these lands.</a:t>
            </a:r>
          </a:p>
        </p:txBody>
      </p:sp>
    </p:spTree>
    <p:extLst>
      <p:ext uri="{BB962C8B-B14F-4D97-AF65-F5344CB8AC3E}">
        <p14:creationId xmlns:p14="http://schemas.microsoft.com/office/powerpoint/2010/main" val="2697562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4BA6C-6A55-A045-9584-B9D104EAEF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Section Heading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53C19-4C4B-7C44-AAAC-B94C5D9AB0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Intro here: </a:t>
            </a:r>
            <a:r>
              <a:rPr lang="en-AU" dirty="0" err="1"/>
              <a:t>Ligenimus</a:t>
            </a:r>
            <a:r>
              <a:rPr lang="en-AU" dirty="0"/>
              <a:t> pe </a:t>
            </a:r>
            <a:r>
              <a:rPr lang="en-AU" dirty="0" err="1"/>
              <a:t>vento</a:t>
            </a:r>
            <a:endParaRPr lang="en-AU" dirty="0"/>
          </a:p>
          <a:p>
            <a:r>
              <a:rPr lang="en-AU" dirty="0" err="1"/>
              <a:t>molor</a:t>
            </a:r>
            <a:r>
              <a:rPr lang="en-AU" dirty="0"/>
              <a:t> </a:t>
            </a:r>
            <a:r>
              <a:rPr lang="en-AU" dirty="0" err="1"/>
              <a:t>sitatem</a:t>
            </a:r>
            <a:r>
              <a:rPr lang="en-AU" dirty="0"/>
              <a:t> </a:t>
            </a:r>
            <a:r>
              <a:rPr lang="en-AU" dirty="0" err="1"/>
              <a:t>renienit</a:t>
            </a:r>
            <a:r>
              <a:rPr lang="en-AU" dirty="0"/>
              <a:t> </a:t>
            </a:r>
            <a:r>
              <a:rPr lang="en-AU" dirty="0" err="1"/>
              <a:t>atat</a:t>
            </a:r>
            <a:endParaRPr lang="en-AU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5304CE7-DB2F-8351-7808-6DB3F53BD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Placeholder 7" descr="A tall building with plants growing on it&#10;&#10;Description automatically generated">
            <a:extLst>
              <a:ext uri="{FF2B5EF4-FFF2-40B4-BE49-F238E27FC236}">
                <a16:creationId xmlns:a16="http://schemas.microsoft.com/office/drawing/2014/main" id="{964C45E5-9741-A189-85AD-13BCF13A96CA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03349B66-71D1-A637-8942-1E7290874BDE}"/>
              </a:ext>
            </a:extLst>
          </p:cNvPr>
          <p:cNvSpPr/>
          <p:nvPr/>
        </p:nvSpPr>
        <p:spPr>
          <a:xfrm>
            <a:off x="4406353" y="1450239"/>
            <a:ext cx="1362194" cy="172506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DF805-DE4E-D74D-88E4-FFC6F3DBF6A5}"/>
              </a:ext>
            </a:extLst>
          </p:cNvPr>
          <p:cNvSpPr txBox="1"/>
          <p:nvPr/>
        </p:nvSpPr>
        <p:spPr>
          <a:xfrm>
            <a:off x="4432957" y="1725936"/>
            <a:ext cx="1362195" cy="120185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6800" dirty="0">
                <a:solidFill>
                  <a:schemeClr val="bg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9310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53B0E19-2532-48FB-9BA6-03F7D0996594}"/>
              </a:ext>
            </a:extLst>
          </p:cNvPr>
          <p:cNvSpPr/>
          <p:nvPr/>
        </p:nvSpPr>
        <p:spPr>
          <a:xfrm>
            <a:off x="5340000" y="5346626"/>
            <a:ext cx="756000" cy="75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E920C9EE-F491-2CEA-3A17-B8D74FCDC2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Heading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A75214D0-7E05-0881-55FA-35065C0483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Intro here: </a:t>
            </a:r>
            <a:r>
              <a:rPr lang="en-AU" dirty="0" err="1"/>
              <a:t>Ligenimus</a:t>
            </a:r>
            <a:r>
              <a:rPr lang="en-AU" dirty="0"/>
              <a:t> pe </a:t>
            </a:r>
            <a:r>
              <a:rPr lang="en-AU" dirty="0" err="1"/>
              <a:t>vento</a:t>
            </a:r>
            <a:endParaRPr lang="en-AU" dirty="0"/>
          </a:p>
          <a:p>
            <a:r>
              <a:rPr lang="en-AU" dirty="0" err="1"/>
              <a:t>molor</a:t>
            </a:r>
            <a:r>
              <a:rPr lang="en-AU" dirty="0"/>
              <a:t> </a:t>
            </a:r>
            <a:r>
              <a:rPr lang="en-AU" dirty="0" err="1"/>
              <a:t>sitatem</a:t>
            </a:r>
            <a:r>
              <a:rPr lang="en-AU" dirty="0"/>
              <a:t> </a:t>
            </a:r>
            <a:r>
              <a:rPr lang="en-AU" dirty="0" err="1"/>
              <a:t>renienit</a:t>
            </a:r>
            <a:r>
              <a:rPr lang="en-AU" dirty="0"/>
              <a:t> </a:t>
            </a:r>
            <a:r>
              <a:rPr lang="en-AU" dirty="0" err="1"/>
              <a:t>atat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0B810D-58FB-68CB-8927-449EBC047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Placeholder 4" descr="A person holding a book and smiling&#10;&#10;Description automatically generated">
            <a:extLst>
              <a:ext uri="{FF2B5EF4-FFF2-40B4-BE49-F238E27FC236}">
                <a16:creationId xmlns:a16="http://schemas.microsoft.com/office/drawing/2014/main" id="{1443697D-6E2A-AE6C-9682-F02A9999BCDD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7C670E09-18F4-37DC-4537-DB92E4D090FF}"/>
              </a:ext>
            </a:extLst>
          </p:cNvPr>
          <p:cNvSpPr/>
          <p:nvPr/>
        </p:nvSpPr>
        <p:spPr>
          <a:xfrm>
            <a:off x="4817228" y="1248392"/>
            <a:ext cx="1519200" cy="15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54B9CC-2E59-D428-5037-36C58C007BC4}"/>
              </a:ext>
            </a:extLst>
          </p:cNvPr>
          <p:cNvSpPr txBox="1"/>
          <p:nvPr/>
        </p:nvSpPr>
        <p:spPr>
          <a:xfrm>
            <a:off x="4957011" y="1248392"/>
            <a:ext cx="1218717" cy="1519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6800" dirty="0">
                <a:solidFill>
                  <a:schemeClr val="bg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2571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3">
            <a:extLst>
              <a:ext uri="{FF2B5EF4-FFF2-40B4-BE49-F238E27FC236}">
                <a16:creationId xmlns:a16="http://schemas.microsoft.com/office/drawing/2014/main" id="{D3AFF7F9-E179-12FE-3E83-6436580ACD9E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30BA37-FBAB-EA43-BBBE-BCCF4448CD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Heading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D9FE1-AF44-5A47-B30A-2D2A42B20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Intro here: </a:t>
            </a:r>
            <a:r>
              <a:rPr lang="en-AU" dirty="0" err="1"/>
              <a:t>Ligenimus</a:t>
            </a:r>
            <a:r>
              <a:rPr lang="en-AU" dirty="0"/>
              <a:t> pe </a:t>
            </a:r>
            <a:r>
              <a:rPr lang="en-AU" dirty="0" err="1"/>
              <a:t>vento</a:t>
            </a:r>
            <a:endParaRPr lang="en-AU" dirty="0"/>
          </a:p>
          <a:p>
            <a:r>
              <a:rPr lang="en-AU" dirty="0" err="1"/>
              <a:t>molor</a:t>
            </a:r>
            <a:r>
              <a:rPr lang="en-AU" dirty="0"/>
              <a:t> </a:t>
            </a:r>
            <a:r>
              <a:rPr lang="en-AU" dirty="0" err="1"/>
              <a:t>sitatem</a:t>
            </a:r>
            <a:r>
              <a:rPr lang="en-AU" dirty="0"/>
              <a:t> </a:t>
            </a:r>
            <a:r>
              <a:rPr lang="en-AU" dirty="0" err="1"/>
              <a:t>renienit</a:t>
            </a:r>
            <a:r>
              <a:rPr lang="en-AU" dirty="0"/>
              <a:t> </a:t>
            </a:r>
            <a:r>
              <a:rPr lang="en-AU" dirty="0" err="1"/>
              <a:t>atat</a:t>
            </a:r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E88E656-44C4-52B9-9BD4-8C0FCBF82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E61D40-A098-8844-9BD3-0D01006DE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35704" y="1451609"/>
            <a:ext cx="1725065" cy="17250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A0CB1-63B4-7F47-A496-FB6991E6CB33}"/>
              </a:ext>
            </a:extLst>
          </p:cNvPr>
          <p:cNvSpPr txBox="1"/>
          <p:nvPr/>
        </p:nvSpPr>
        <p:spPr>
          <a:xfrm>
            <a:off x="4639376" y="1715804"/>
            <a:ext cx="1325278" cy="12018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6800" dirty="0">
                <a:solidFill>
                  <a:schemeClr val="tx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1688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2EEAA-7F29-18E5-C972-B59970CF19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Section Heading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52857-227F-2D2F-F6BF-1A60BD5AD8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>
                <a:solidFill>
                  <a:schemeClr val="tx1"/>
                </a:solidFill>
              </a:rPr>
              <a:t>Intro here: </a:t>
            </a:r>
            <a:r>
              <a:rPr lang="en-AU" dirty="0" err="1">
                <a:solidFill>
                  <a:schemeClr val="tx1"/>
                </a:solidFill>
              </a:rPr>
              <a:t>Ligenimus</a:t>
            </a:r>
            <a:r>
              <a:rPr lang="en-AU" dirty="0">
                <a:solidFill>
                  <a:schemeClr val="tx1"/>
                </a:solidFill>
              </a:rPr>
              <a:t> pe </a:t>
            </a:r>
            <a:r>
              <a:rPr lang="en-AU" dirty="0" err="1">
                <a:solidFill>
                  <a:schemeClr val="tx1"/>
                </a:solidFill>
              </a:rPr>
              <a:t>vento</a:t>
            </a:r>
            <a:endParaRPr lang="en-AU" dirty="0">
              <a:solidFill>
                <a:schemeClr val="tx1"/>
              </a:solidFill>
            </a:endParaRPr>
          </a:p>
          <a:p>
            <a:r>
              <a:rPr lang="en-AU" dirty="0" err="1">
                <a:solidFill>
                  <a:schemeClr val="tx1"/>
                </a:solidFill>
              </a:rPr>
              <a:t>molor</a:t>
            </a:r>
            <a:r>
              <a:rPr lang="en-AU" dirty="0">
                <a:solidFill>
                  <a:schemeClr val="tx1"/>
                </a:solidFill>
              </a:rPr>
              <a:t> </a:t>
            </a:r>
            <a:r>
              <a:rPr lang="en-AU" dirty="0" err="1">
                <a:solidFill>
                  <a:schemeClr val="tx1"/>
                </a:solidFill>
              </a:rPr>
              <a:t>sitatem</a:t>
            </a:r>
            <a:r>
              <a:rPr lang="en-AU" dirty="0">
                <a:solidFill>
                  <a:schemeClr val="tx1"/>
                </a:solidFill>
              </a:rPr>
              <a:t> </a:t>
            </a:r>
            <a:r>
              <a:rPr lang="en-AU" dirty="0" err="1">
                <a:solidFill>
                  <a:schemeClr val="tx1"/>
                </a:solidFill>
              </a:rPr>
              <a:t>renienit</a:t>
            </a:r>
            <a:r>
              <a:rPr lang="en-AU" dirty="0">
                <a:solidFill>
                  <a:schemeClr val="tx1"/>
                </a:solidFill>
              </a:rPr>
              <a:t> </a:t>
            </a:r>
            <a:r>
              <a:rPr lang="en-AU" dirty="0" err="1">
                <a:solidFill>
                  <a:schemeClr val="tx1"/>
                </a:solidFill>
              </a:rPr>
              <a:t>atat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1FE21-83E8-3BFB-9C36-C280A6767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13</a:t>
            </a:fld>
            <a:endParaRPr lang="en-US"/>
          </a:p>
        </p:txBody>
      </p:sp>
      <p:pic>
        <p:nvPicPr>
          <p:cNvPr id="19" name="Picture Placeholder 18" descr="A group of people sitting on a bench looking at a robot&#10;&#10;Description automatically generated">
            <a:extLst>
              <a:ext uri="{FF2B5EF4-FFF2-40B4-BE49-F238E27FC236}">
                <a16:creationId xmlns:a16="http://schemas.microsoft.com/office/drawing/2014/main" id="{2FFB8F44-59F6-327B-5A32-ED872B4F6DB0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5320" y="888411"/>
            <a:ext cx="5139106" cy="5072774"/>
          </a:xfrm>
        </p:spPr>
      </p:pic>
      <p:sp>
        <p:nvSpPr>
          <p:cNvPr id="15" name="Freeform 14">
            <a:extLst>
              <a:ext uri="{FF2B5EF4-FFF2-40B4-BE49-F238E27FC236}">
                <a16:creationId xmlns:a16="http://schemas.microsoft.com/office/drawing/2014/main" id="{078B6C0A-8303-ABAB-7BF0-9FE3334AE35C}"/>
              </a:ext>
            </a:extLst>
          </p:cNvPr>
          <p:cNvSpPr/>
          <p:nvPr/>
        </p:nvSpPr>
        <p:spPr>
          <a:xfrm>
            <a:off x="4140309" y="901646"/>
            <a:ext cx="2035419" cy="1947496"/>
          </a:xfrm>
          <a:custGeom>
            <a:avLst/>
            <a:gdLst>
              <a:gd name="connsiteX0" fmla="*/ 1622181 w 2035419"/>
              <a:gd name="connsiteY0" fmla="*/ 0 h 1947496"/>
              <a:gd name="connsiteX1" fmla="*/ 435219 w 2035419"/>
              <a:gd name="connsiteY1" fmla="*/ 290146 h 1947496"/>
              <a:gd name="connsiteX2" fmla="*/ 0 w 2035419"/>
              <a:gd name="connsiteY2" fmla="*/ 698988 h 1947496"/>
              <a:gd name="connsiteX3" fmla="*/ 413238 w 2035419"/>
              <a:gd name="connsiteY3" fmla="*/ 1947496 h 1947496"/>
              <a:gd name="connsiteX4" fmla="*/ 1613388 w 2035419"/>
              <a:gd name="connsiteY4" fmla="*/ 1657350 h 1947496"/>
              <a:gd name="connsiteX5" fmla="*/ 2035419 w 2035419"/>
              <a:gd name="connsiteY5" fmla="*/ 1248507 h 1947496"/>
              <a:gd name="connsiteX6" fmla="*/ 1622181 w 2035419"/>
              <a:gd name="connsiteY6" fmla="*/ 0 h 1947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35419" h="1947496">
                <a:moveTo>
                  <a:pt x="1622181" y="0"/>
                </a:moveTo>
                <a:lnTo>
                  <a:pt x="435219" y="290146"/>
                </a:lnTo>
                <a:lnTo>
                  <a:pt x="0" y="698988"/>
                </a:lnTo>
                <a:lnTo>
                  <a:pt x="413238" y="1947496"/>
                </a:lnTo>
                <a:lnTo>
                  <a:pt x="1613388" y="1657350"/>
                </a:lnTo>
                <a:lnTo>
                  <a:pt x="2035419" y="1248507"/>
                </a:lnTo>
                <a:lnTo>
                  <a:pt x="162218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DE2995-E142-1C05-ACEF-5DADDEFB9512}"/>
              </a:ext>
            </a:extLst>
          </p:cNvPr>
          <p:cNvSpPr txBox="1"/>
          <p:nvPr/>
        </p:nvSpPr>
        <p:spPr>
          <a:xfrm>
            <a:off x="4312199" y="1031430"/>
            <a:ext cx="1691640" cy="17030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6100" dirty="0">
                <a:solidFill>
                  <a:schemeClr val="bg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2195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DBFC4B2C-1DF8-A749-A040-533BACDCCDCB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4B1B67-CD32-3642-99C6-6CB263BE08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Heading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5FA1CA-0FAB-474F-A9B5-1FE0694640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Intro here: </a:t>
            </a:r>
            <a:r>
              <a:rPr lang="en-AU" dirty="0" err="1"/>
              <a:t>Ligenimus</a:t>
            </a:r>
            <a:r>
              <a:rPr lang="en-AU" dirty="0"/>
              <a:t> pe </a:t>
            </a:r>
            <a:r>
              <a:rPr lang="en-AU" dirty="0" err="1"/>
              <a:t>vento</a:t>
            </a:r>
            <a:endParaRPr lang="en-AU" dirty="0"/>
          </a:p>
          <a:p>
            <a:r>
              <a:rPr lang="en-AU" dirty="0" err="1"/>
              <a:t>molor</a:t>
            </a:r>
            <a:r>
              <a:rPr lang="en-AU" dirty="0"/>
              <a:t> </a:t>
            </a:r>
            <a:r>
              <a:rPr lang="en-AU" dirty="0" err="1"/>
              <a:t>sitatem</a:t>
            </a:r>
            <a:r>
              <a:rPr lang="en-AU" dirty="0"/>
              <a:t> </a:t>
            </a:r>
            <a:r>
              <a:rPr lang="en-AU" dirty="0" err="1"/>
              <a:t>renienit</a:t>
            </a:r>
            <a:r>
              <a:rPr lang="en-AU" dirty="0"/>
              <a:t> </a:t>
            </a:r>
            <a:r>
              <a:rPr lang="en-AU" dirty="0" err="1"/>
              <a:t>atat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310B7-94BC-074E-8465-4C312745DABE}"/>
              </a:ext>
            </a:extLst>
          </p:cNvPr>
          <p:cNvSpPr txBox="1"/>
          <p:nvPr/>
        </p:nvSpPr>
        <p:spPr>
          <a:xfrm>
            <a:off x="3667648" y="2614474"/>
            <a:ext cx="1487156" cy="17030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6100" dirty="0">
                <a:solidFill>
                  <a:schemeClr val="accent2"/>
                </a:solidFill>
              </a:rPr>
              <a:t>01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BBAF2-96CB-9C71-238B-2E0C6FEF8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4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03A94A7-CC82-1CAD-6F54-03E9D0E47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spcAft>
                <a:spcPts val="3000"/>
              </a:spcAft>
            </a:pPr>
            <a:r>
              <a:rPr lang="en-AU" sz="3600" dirty="0">
                <a:solidFill>
                  <a:schemeClr val="bg1"/>
                </a:solidFill>
              </a:rPr>
              <a:t>Pull quote here </a:t>
            </a:r>
            <a:r>
              <a:rPr lang="en-AU" sz="3600" dirty="0" err="1">
                <a:solidFill>
                  <a:schemeClr val="bg1"/>
                </a:solidFill>
              </a:rPr>
              <a:t>vento</a:t>
            </a:r>
            <a:r>
              <a:rPr lang="en-AU" sz="3600" dirty="0">
                <a:solidFill>
                  <a:schemeClr val="bg1"/>
                </a:solidFill>
              </a:rPr>
              <a:t> </a:t>
            </a:r>
            <a:r>
              <a:rPr lang="en-AU" sz="3600" dirty="0" err="1">
                <a:solidFill>
                  <a:schemeClr val="bg1"/>
                </a:solidFill>
              </a:rPr>
              <a:t>molor</a:t>
            </a:r>
            <a:r>
              <a:rPr lang="en-AU" sz="3600" dirty="0">
                <a:solidFill>
                  <a:schemeClr val="bg1"/>
                </a:solidFill>
              </a:rPr>
              <a:t> </a:t>
            </a:r>
            <a:r>
              <a:rPr lang="en-AU" sz="3600" dirty="0" err="1">
                <a:solidFill>
                  <a:schemeClr val="bg1"/>
                </a:solidFill>
              </a:rPr>
              <a:t>si</a:t>
            </a:r>
            <a:br>
              <a:rPr lang="en-AU" sz="3600" dirty="0">
                <a:solidFill>
                  <a:schemeClr val="bg1"/>
                </a:solidFill>
              </a:rPr>
            </a:br>
            <a:r>
              <a:rPr lang="en-AU" sz="3600" dirty="0">
                <a:solidFill>
                  <a:schemeClr val="bg1"/>
                </a:solidFill>
              </a:rPr>
              <a:t>od </a:t>
            </a:r>
            <a:r>
              <a:rPr lang="en-AU" sz="3600" dirty="0" err="1">
                <a:solidFill>
                  <a:schemeClr val="bg1"/>
                </a:solidFill>
              </a:rPr>
              <a:t>quodio</a:t>
            </a:r>
            <a:r>
              <a:rPr lang="en-AU" sz="3600" dirty="0">
                <a:solidFill>
                  <a:schemeClr val="bg1"/>
                </a:solidFill>
              </a:rPr>
              <a:t>. Nam </a:t>
            </a:r>
            <a:r>
              <a:rPr lang="en-AU" sz="3600" dirty="0" err="1">
                <a:solidFill>
                  <a:schemeClr val="bg1"/>
                </a:solidFill>
              </a:rPr>
              <a:t>dollaut</a:t>
            </a:r>
            <a:r>
              <a:rPr lang="en-AU" sz="3600" dirty="0">
                <a:solidFill>
                  <a:schemeClr val="bg1"/>
                </a:solidFill>
              </a:rPr>
              <a:t> qui as</a:t>
            </a:r>
            <a:br>
              <a:rPr lang="en-AU" sz="3600" dirty="0">
                <a:solidFill>
                  <a:schemeClr val="bg1"/>
                </a:solidFill>
              </a:rPr>
            </a:br>
            <a:r>
              <a:rPr lang="en-AU" sz="3600" dirty="0">
                <a:solidFill>
                  <a:schemeClr val="bg1"/>
                </a:solidFill>
              </a:rPr>
              <a:t>et at que </a:t>
            </a:r>
            <a:r>
              <a:rPr lang="en-AU" sz="3600" dirty="0" err="1">
                <a:solidFill>
                  <a:schemeClr val="bg1"/>
                </a:solidFill>
              </a:rPr>
              <a:t>sequosti</a:t>
            </a:r>
            <a:r>
              <a:rPr lang="en-AU" sz="3600" dirty="0">
                <a:solidFill>
                  <a:schemeClr val="bg1"/>
                </a:solidFill>
              </a:rPr>
              <a:t> ne.</a:t>
            </a:r>
            <a:br>
              <a:rPr lang="en-AU" sz="3600" dirty="0"/>
            </a:br>
            <a:r>
              <a:rPr lang="en-AU" sz="3600" dirty="0">
                <a:solidFill>
                  <a:schemeClr val="bg1"/>
                </a:solidFill>
              </a:rPr>
              <a:t>Nam </a:t>
            </a:r>
            <a:r>
              <a:rPr lang="en-AU" sz="3600" dirty="0" err="1">
                <a:solidFill>
                  <a:schemeClr val="bg1"/>
                </a:solidFill>
              </a:rPr>
              <a:t>dollaut</a:t>
            </a:r>
            <a:r>
              <a:rPr lang="en-AU" sz="3600" dirty="0">
                <a:solidFill>
                  <a:schemeClr val="bg1"/>
                </a:solidFill>
              </a:rPr>
              <a:t> qui as </a:t>
            </a:r>
            <a:r>
              <a:rPr lang="en-AU" sz="3600" dirty="0" err="1">
                <a:solidFill>
                  <a:schemeClr val="bg1"/>
                </a:solidFill>
              </a:rPr>
              <a:t>remporest</a:t>
            </a:r>
            <a:r>
              <a:rPr lang="en-AU" sz="3600" dirty="0">
                <a:solidFill>
                  <a:schemeClr val="bg1"/>
                </a:solidFill>
              </a:rPr>
              <a:t>,</a:t>
            </a:r>
            <a:br>
              <a:rPr lang="en-AU" sz="3600" dirty="0">
                <a:solidFill>
                  <a:schemeClr val="bg1"/>
                </a:solidFill>
              </a:rPr>
            </a:br>
            <a:r>
              <a:rPr lang="en-AU" sz="3600" dirty="0" err="1">
                <a:solidFill>
                  <a:schemeClr val="bg1"/>
                </a:solidFill>
              </a:rPr>
              <a:t>sitatem</a:t>
            </a:r>
            <a:r>
              <a:rPr lang="en-AU" sz="3600" dirty="0">
                <a:solidFill>
                  <a:schemeClr val="bg1"/>
                </a:solidFill>
              </a:rPr>
              <a:t> </a:t>
            </a:r>
            <a:r>
              <a:rPr lang="en-AU" sz="3600" dirty="0" err="1">
                <a:solidFill>
                  <a:schemeClr val="bg1"/>
                </a:solidFill>
              </a:rPr>
              <a:t>renienitatat</a:t>
            </a:r>
            <a:r>
              <a:rPr lang="en-AU" sz="3600" dirty="0">
                <a:solidFill>
                  <a:schemeClr val="bg1"/>
                </a:solidFill>
              </a:rPr>
              <a:t> et at que</a:t>
            </a:r>
            <a:br>
              <a:rPr lang="en-AU" sz="3600" dirty="0">
                <a:solidFill>
                  <a:schemeClr val="bg1"/>
                </a:solidFill>
              </a:rPr>
            </a:br>
            <a:r>
              <a:rPr lang="en-AU" sz="3600" dirty="0" err="1">
                <a:solidFill>
                  <a:schemeClr val="bg1"/>
                </a:solidFill>
              </a:rPr>
              <a:t>sequosti</a:t>
            </a:r>
            <a:r>
              <a:rPr lang="en-AU" sz="3600" dirty="0">
                <a:solidFill>
                  <a:schemeClr val="bg1"/>
                </a:solidFill>
              </a:rPr>
              <a:t> ne.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D555B2-F53C-8C6F-666C-AC057ACF3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044" y="4847772"/>
            <a:ext cx="1092200" cy="101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C7A5E9-C1A2-D735-7868-BBC4E7CDF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627658" y="1323242"/>
            <a:ext cx="1092200" cy="10160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74747-B1E6-87B8-7733-CA3E66188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39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C859-CE23-9A47-BCC1-F76F842486A2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AU" dirty="0" err="1"/>
              <a:t>Pelignis</a:t>
            </a:r>
            <a:r>
              <a:rPr lang="en-AU" dirty="0"/>
              <a:t> pores </a:t>
            </a:r>
            <a:r>
              <a:rPr lang="en-AU" dirty="0" err="1"/>
              <a:t>mosaper</a:t>
            </a:r>
            <a:r>
              <a:rPr lang="en-AU" dirty="0"/>
              <a:t> </a:t>
            </a:r>
            <a:r>
              <a:rPr lang="en-AU" dirty="0" err="1"/>
              <a:t>umquas</a:t>
            </a:r>
            <a:r>
              <a:rPr lang="en-AU" dirty="0"/>
              <a:t> </a:t>
            </a:r>
            <a:r>
              <a:rPr lang="en-AU" dirty="0" err="1"/>
              <a:t>velectiam</a:t>
            </a:r>
            <a:r>
              <a:rPr lang="en-AU" dirty="0"/>
              <a:t> </a:t>
            </a:r>
            <a:r>
              <a:rPr lang="en-AU" dirty="0" err="1"/>
              <a:t>fuga</a:t>
            </a:r>
            <a:r>
              <a:rPr lang="en-AU" dirty="0"/>
              <a:t>. </a:t>
            </a:r>
            <a:r>
              <a:rPr lang="en-AU" dirty="0" err="1"/>
              <a:t>Simpor</a:t>
            </a:r>
            <a:r>
              <a:rPr lang="en-AU" dirty="0"/>
              <a:t> </a:t>
            </a:r>
            <a:r>
              <a:rPr lang="en-AU" dirty="0" err="1"/>
              <a:t>autam</a:t>
            </a:r>
            <a:r>
              <a:rPr lang="en-AU" dirty="0"/>
              <a:t> id </a:t>
            </a:r>
            <a:r>
              <a:rPr lang="en-AU" dirty="0" err="1"/>
              <a:t>eosandu</a:t>
            </a:r>
            <a:r>
              <a:rPr lang="en-AU" dirty="0"/>
              <a:t> </a:t>
            </a:r>
            <a:r>
              <a:rPr lang="en-AU" dirty="0" err="1"/>
              <a:t>ndundiscia</a:t>
            </a:r>
            <a:r>
              <a:rPr lang="en-AU" dirty="0"/>
              <a:t> </a:t>
            </a:r>
            <a:r>
              <a:rPr lang="en-AU" dirty="0" err="1"/>
              <a:t>solorepta</a:t>
            </a:r>
            <a:r>
              <a:rPr lang="en-AU" dirty="0"/>
              <a:t> </a:t>
            </a:r>
            <a:r>
              <a:rPr lang="en-AU" dirty="0" err="1"/>
              <a:t>aut</a:t>
            </a:r>
            <a:br>
              <a:rPr lang="en-AU" dirty="0"/>
            </a:br>
            <a:r>
              <a:rPr lang="en-AU" dirty="0" err="1"/>
              <a:t>quae</a:t>
            </a:r>
            <a:r>
              <a:rPr lang="en-AU" dirty="0"/>
              <a:t> peri </a:t>
            </a:r>
            <a:r>
              <a:rPr lang="en-AU" dirty="0" err="1"/>
              <a:t>aut</a:t>
            </a:r>
            <a:r>
              <a:rPr lang="en-AU" dirty="0"/>
              <a:t> illume </a:t>
            </a:r>
            <a:r>
              <a:rPr lang="en-AU" dirty="0" err="1"/>
              <a:t>praecto</a:t>
            </a:r>
            <a:r>
              <a:rPr lang="en-AU" dirty="0"/>
              <a:t> </a:t>
            </a:r>
            <a:r>
              <a:rPr lang="en-AU" dirty="0" err="1"/>
              <a:t>dolorer</a:t>
            </a:r>
            <a:r>
              <a:rPr lang="en-AU" dirty="0"/>
              <a:t> </a:t>
            </a:r>
            <a:r>
              <a:rPr lang="en-AU" dirty="0" err="1"/>
              <a:t>itatiusa</a:t>
            </a:r>
            <a:r>
              <a:rPr lang="en-AU" dirty="0"/>
              <a:t> </a:t>
            </a:r>
            <a:r>
              <a:rPr lang="en-AU" dirty="0" err="1"/>
              <a:t>sam.</a:t>
            </a:r>
            <a:r>
              <a:rPr lang="en-AU" dirty="0"/>
              <a:t> Bus </a:t>
            </a:r>
            <a:r>
              <a:rPr lang="en-AU" dirty="0" err="1"/>
              <a:t>reperru</a:t>
            </a:r>
            <a:r>
              <a:rPr lang="en-AU" dirty="0"/>
              <a:t> </a:t>
            </a:r>
            <a:r>
              <a:rPr lang="en-AU" dirty="0" err="1"/>
              <a:t>mendam</a:t>
            </a:r>
            <a:r>
              <a:rPr lang="en-AU" dirty="0"/>
              <a:t> </a:t>
            </a:r>
            <a:r>
              <a:rPr lang="en-AU" dirty="0" err="1"/>
              <a:t>excernat</a:t>
            </a:r>
            <a:r>
              <a:rPr lang="en-AU" dirty="0"/>
              <a:t> </a:t>
            </a:r>
            <a:r>
              <a:rPr lang="en-AU" dirty="0" err="1"/>
              <a:t>endicillabor</a:t>
            </a:r>
            <a:r>
              <a:rPr lang="en-AU" dirty="0"/>
              <a:t> as </a:t>
            </a:r>
            <a:r>
              <a:rPr lang="en-AU" dirty="0" err="1"/>
              <a:t>seura</a:t>
            </a:r>
            <a:br>
              <a:rPr lang="en-AU" dirty="0"/>
            </a:br>
            <a:r>
              <a:rPr lang="en-AU" dirty="0" err="1"/>
              <a:t>doloritatas</a:t>
            </a:r>
            <a:r>
              <a:rPr lang="en-AU" dirty="0"/>
              <a:t> mint </a:t>
            </a:r>
            <a:r>
              <a:rPr lang="en-AU" dirty="0" err="1"/>
              <a:t>ut</a:t>
            </a:r>
            <a:r>
              <a:rPr lang="en-AU" dirty="0"/>
              <a:t> </a:t>
            </a:r>
            <a:r>
              <a:rPr lang="en-AU" dirty="0" err="1"/>
              <a:t>fugiass</a:t>
            </a:r>
            <a:r>
              <a:rPr lang="en-AU" dirty="0"/>
              <a:t> </a:t>
            </a:r>
            <a:r>
              <a:rPr lang="en-AU" dirty="0" err="1"/>
              <a:t>imilitatem</a:t>
            </a:r>
            <a:r>
              <a:rPr lang="en-AU" dirty="0"/>
              <a:t>. Bus </a:t>
            </a:r>
            <a:r>
              <a:rPr lang="en-AU" dirty="0" err="1"/>
              <a:t>reperru</a:t>
            </a:r>
            <a:r>
              <a:rPr lang="en-AU" dirty="0"/>
              <a:t> </a:t>
            </a:r>
            <a:r>
              <a:rPr lang="en-AU" dirty="0" err="1"/>
              <a:t>mendam</a:t>
            </a:r>
            <a:r>
              <a:rPr lang="en-AU" dirty="0"/>
              <a:t> </a:t>
            </a:r>
            <a:r>
              <a:rPr lang="en-AU" dirty="0" err="1"/>
              <a:t>excernat</a:t>
            </a:r>
            <a:r>
              <a:rPr lang="en-AU" dirty="0"/>
              <a:t> </a:t>
            </a:r>
            <a:r>
              <a:rPr lang="en-AU" dirty="0" err="1"/>
              <a:t>endicillabor</a:t>
            </a:r>
            <a:r>
              <a:rPr lang="en-AU" dirty="0"/>
              <a:t> as </a:t>
            </a:r>
            <a:r>
              <a:rPr lang="en-AU" dirty="0" err="1"/>
              <a:t>sequi</a:t>
            </a:r>
            <a:r>
              <a:rPr lang="en-AU" dirty="0"/>
              <a:t> ra </a:t>
            </a:r>
            <a:r>
              <a:rPr lang="en-AU" dirty="0" err="1"/>
              <a:t>doloritas</a:t>
            </a:r>
            <a:br>
              <a:rPr lang="en-AU" dirty="0"/>
            </a:br>
            <a:r>
              <a:rPr lang="en-AU" dirty="0"/>
              <a:t>mint </a:t>
            </a:r>
            <a:r>
              <a:rPr lang="en-AU" dirty="0" err="1"/>
              <a:t>ut</a:t>
            </a:r>
            <a:r>
              <a:rPr lang="en-AU" dirty="0"/>
              <a:t> </a:t>
            </a:r>
            <a:r>
              <a:rPr lang="en-AU" dirty="0" err="1"/>
              <a:t>fugiass</a:t>
            </a:r>
            <a:r>
              <a:rPr lang="en-AU" dirty="0"/>
              <a:t> </a:t>
            </a:r>
            <a:r>
              <a:rPr lang="en-AU" dirty="0" err="1"/>
              <a:t>imilitatem</a:t>
            </a:r>
            <a:r>
              <a:rPr lang="en-AU" dirty="0"/>
              <a:t>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AU" dirty="0"/>
              <a:t>Alit fugit rem </a:t>
            </a:r>
            <a:r>
              <a:rPr lang="en-AU" dirty="0" err="1"/>
              <a:t>autatiati</a:t>
            </a:r>
            <a:r>
              <a:rPr lang="en-AU" dirty="0"/>
              <a:t> </a:t>
            </a:r>
            <a:r>
              <a:rPr lang="en-AU" dirty="0" err="1"/>
              <a:t>sa</a:t>
            </a:r>
            <a:r>
              <a:rPr lang="en-AU" dirty="0"/>
              <a:t> </a:t>
            </a:r>
            <a:r>
              <a:rPr lang="en-AU" dirty="0" err="1"/>
              <a:t>dion</a:t>
            </a:r>
            <a:r>
              <a:rPr lang="en-AU" dirty="0"/>
              <a:t> </a:t>
            </a:r>
            <a:r>
              <a:rPr lang="en-AU" dirty="0" err="1"/>
              <a:t>nimus</a:t>
            </a:r>
            <a:r>
              <a:rPr lang="en-AU" dirty="0"/>
              <a:t> porrum </a:t>
            </a:r>
            <a:r>
              <a:rPr lang="en-AU" dirty="0" err="1"/>
              <a:t>quaspid</a:t>
            </a:r>
            <a:r>
              <a:rPr lang="en-AU" dirty="0"/>
              <a:t> </a:t>
            </a:r>
            <a:r>
              <a:rPr lang="en-AU" dirty="0" err="1"/>
              <a:t>eriasi</a:t>
            </a:r>
            <a:r>
              <a:rPr lang="en-AU" dirty="0"/>
              <a:t> </a:t>
            </a:r>
            <a:r>
              <a:rPr lang="en-AU" dirty="0" err="1"/>
              <a:t>nisit</a:t>
            </a:r>
            <a:r>
              <a:rPr lang="en-AU" dirty="0"/>
              <a:t> ate rem quo cone</a:t>
            </a:r>
            <a:br>
              <a:rPr lang="en-AU" dirty="0"/>
            </a:br>
            <a:r>
              <a:rPr lang="en-AU" dirty="0" err="1"/>
              <a:t>sanpeligni</a:t>
            </a:r>
            <a:r>
              <a:rPr lang="en-AU" dirty="0"/>
              <a:t> </a:t>
            </a:r>
            <a:r>
              <a:rPr lang="en-AU" dirty="0" err="1"/>
              <a:t>dolupquaspid</a:t>
            </a:r>
            <a:r>
              <a:rPr lang="en-AU" dirty="0"/>
              <a:t> </a:t>
            </a:r>
            <a:r>
              <a:rPr lang="en-AU" dirty="0" err="1"/>
              <a:t>isiteceseque</a:t>
            </a:r>
            <a:r>
              <a:rPr lang="en-AU" dirty="0"/>
              <a:t> </a:t>
            </a:r>
            <a:r>
              <a:rPr lang="en-AU" dirty="0" err="1"/>
              <a:t>volorpos</a:t>
            </a:r>
            <a:r>
              <a:rPr lang="en-AU" dirty="0"/>
              <a:t> </a:t>
            </a:r>
            <a:r>
              <a:rPr lang="en-AU" dirty="0" err="1"/>
              <a:t>si</a:t>
            </a:r>
            <a:r>
              <a:rPr lang="en-AU" dirty="0"/>
              <a:t> alim id </a:t>
            </a:r>
            <a:r>
              <a:rPr lang="en-AU" dirty="0" err="1"/>
              <a:t>auteceseque</a:t>
            </a:r>
            <a:r>
              <a:rPr lang="en-AU" dirty="0"/>
              <a:t>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AU" dirty="0"/>
              <a:t>Alit fugit rem </a:t>
            </a:r>
            <a:r>
              <a:rPr lang="en-AU" dirty="0" err="1"/>
              <a:t>autatiati</a:t>
            </a:r>
            <a:r>
              <a:rPr lang="en-AU" dirty="0"/>
              <a:t> </a:t>
            </a:r>
            <a:r>
              <a:rPr lang="en-AU" dirty="0" err="1"/>
              <a:t>sa</a:t>
            </a:r>
            <a:r>
              <a:rPr lang="en-AU" dirty="0"/>
              <a:t> </a:t>
            </a:r>
            <a:r>
              <a:rPr lang="en-AU" dirty="0" err="1"/>
              <a:t>dion</a:t>
            </a:r>
            <a:r>
              <a:rPr lang="en-AU" dirty="0"/>
              <a:t> </a:t>
            </a:r>
            <a:r>
              <a:rPr lang="en-AU" dirty="0" err="1"/>
              <a:t>nimus</a:t>
            </a:r>
            <a:r>
              <a:rPr lang="en-AU" dirty="0"/>
              <a:t> porrum </a:t>
            </a:r>
            <a:r>
              <a:rPr lang="en-AU" dirty="0" err="1"/>
              <a:t>quaspid</a:t>
            </a:r>
            <a:r>
              <a:rPr lang="en-AU" dirty="0"/>
              <a:t> </a:t>
            </a:r>
            <a:r>
              <a:rPr lang="en-AU" dirty="0" err="1"/>
              <a:t>eriasi</a:t>
            </a:r>
            <a:r>
              <a:rPr lang="en-AU" dirty="0"/>
              <a:t> </a:t>
            </a:r>
            <a:r>
              <a:rPr lang="en-AU" dirty="0" err="1"/>
              <a:t>nisit</a:t>
            </a:r>
            <a:r>
              <a:rPr lang="en-AU" dirty="0"/>
              <a:t> ate rem quo cone</a:t>
            </a:r>
            <a:br>
              <a:rPr lang="en-AU" dirty="0"/>
            </a:br>
            <a:r>
              <a:rPr lang="en-AU" dirty="0" err="1"/>
              <a:t>sanpeligni</a:t>
            </a:r>
            <a:r>
              <a:rPr lang="en-AU" dirty="0"/>
              <a:t> </a:t>
            </a:r>
            <a:r>
              <a:rPr lang="en-AU" dirty="0" err="1"/>
              <a:t>dolupquaspid</a:t>
            </a:r>
            <a:r>
              <a:rPr lang="en-AU" dirty="0"/>
              <a:t> </a:t>
            </a:r>
            <a:r>
              <a:rPr lang="en-AU" dirty="0" err="1"/>
              <a:t>isiteceseque</a:t>
            </a:r>
            <a:r>
              <a:rPr lang="en-AU" dirty="0"/>
              <a:t> </a:t>
            </a:r>
            <a:r>
              <a:rPr lang="en-AU" dirty="0" err="1"/>
              <a:t>volorpos</a:t>
            </a:r>
            <a:r>
              <a:rPr lang="en-AU" dirty="0"/>
              <a:t> </a:t>
            </a:r>
            <a:r>
              <a:rPr lang="en-AU" dirty="0" err="1"/>
              <a:t>si</a:t>
            </a:r>
            <a:r>
              <a:rPr lang="en-AU" dirty="0"/>
              <a:t> alim id </a:t>
            </a:r>
            <a:r>
              <a:rPr lang="en-AU" dirty="0" err="1"/>
              <a:t>auteceseque</a:t>
            </a:r>
            <a:r>
              <a:rPr lang="en-AU" dirty="0"/>
              <a:t>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AU" dirty="0"/>
              <a:t>Alit fugit rem </a:t>
            </a:r>
            <a:r>
              <a:rPr lang="en-AU" dirty="0" err="1"/>
              <a:t>autatiati</a:t>
            </a:r>
            <a:r>
              <a:rPr lang="en-AU" dirty="0"/>
              <a:t> </a:t>
            </a:r>
            <a:r>
              <a:rPr lang="en-AU" dirty="0" err="1"/>
              <a:t>sa</a:t>
            </a:r>
            <a:r>
              <a:rPr lang="en-AU" dirty="0"/>
              <a:t> </a:t>
            </a:r>
            <a:r>
              <a:rPr lang="en-AU" dirty="0" err="1"/>
              <a:t>dion</a:t>
            </a:r>
            <a:r>
              <a:rPr lang="en-AU" dirty="0"/>
              <a:t> </a:t>
            </a:r>
            <a:r>
              <a:rPr lang="en-AU" dirty="0" err="1"/>
              <a:t>nimus</a:t>
            </a:r>
            <a:r>
              <a:rPr lang="en-AU" dirty="0"/>
              <a:t> porrum </a:t>
            </a:r>
            <a:r>
              <a:rPr lang="en-AU" dirty="0" err="1"/>
              <a:t>quaspid</a:t>
            </a:r>
            <a:r>
              <a:rPr lang="en-AU" dirty="0"/>
              <a:t> </a:t>
            </a:r>
            <a:r>
              <a:rPr lang="en-AU" dirty="0" err="1"/>
              <a:t>eriasi</a:t>
            </a:r>
            <a:r>
              <a:rPr lang="en-AU" dirty="0"/>
              <a:t> </a:t>
            </a:r>
            <a:r>
              <a:rPr lang="en-AU" dirty="0" err="1"/>
              <a:t>nisit</a:t>
            </a:r>
            <a:r>
              <a:rPr lang="en-AU" dirty="0"/>
              <a:t> ate rem quo cone</a:t>
            </a:r>
            <a:br>
              <a:rPr lang="en-AU" dirty="0"/>
            </a:br>
            <a:r>
              <a:rPr lang="en-AU" dirty="0" err="1"/>
              <a:t>sanpeligni</a:t>
            </a:r>
            <a:r>
              <a:rPr lang="en-AU" dirty="0"/>
              <a:t> </a:t>
            </a:r>
            <a:r>
              <a:rPr lang="en-AU" dirty="0" err="1"/>
              <a:t>dolupquaspid</a:t>
            </a:r>
            <a:r>
              <a:rPr lang="en-AU" dirty="0"/>
              <a:t> </a:t>
            </a:r>
            <a:r>
              <a:rPr lang="en-AU" dirty="0" err="1"/>
              <a:t>isiteceseque</a:t>
            </a:r>
            <a:r>
              <a:rPr lang="en-AU" dirty="0"/>
              <a:t> </a:t>
            </a:r>
            <a:r>
              <a:rPr lang="en-AU" dirty="0" err="1"/>
              <a:t>volorpos</a:t>
            </a:r>
            <a:r>
              <a:rPr lang="en-AU" dirty="0"/>
              <a:t> </a:t>
            </a:r>
            <a:r>
              <a:rPr lang="en-AU" dirty="0" err="1"/>
              <a:t>si</a:t>
            </a:r>
            <a:r>
              <a:rPr lang="en-AU" dirty="0"/>
              <a:t> alim id </a:t>
            </a:r>
            <a:r>
              <a:rPr lang="en-AU" dirty="0" err="1"/>
              <a:t>auteceseque</a:t>
            </a:r>
            <a:r>
              <a:rPr lang="en-AU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234FED-B38A-724E-9B6F-B1A67A2D9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Subheading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A25AB-D6FA-094E-944A-8912ACBBC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17A5CEA-CFD8-96E1-708E-CA4A4C37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94931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CEE03-1285-CE48-AE9A-9CDB8F915B37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4647C3-81F4-DA43-BB9C-EDFB58E49EC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</a:p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CE5E8-4C52-9C4A-8C72-9A072EB85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54" y="402770"/>
            <a:ext cx="10326658" cy="757337"/>
          </a:xfrm>
        </p:spPr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64ABD-8969-C341-9430-0F8CBFC17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Subheading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14F35-B6DF-525C-1645-39F88BB18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17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828E0-128C-2D47-B61E-E46A72DF9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01950" y="1806030"/>
            <a:ext cx="0" cy="2707604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E901C8-80DE-FA48-9855-56E8EBC34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823714"/>
            <a:ext cx="6419751" cy="0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727F0AD-C7D8-F54A-A69E-C4BB1005B7C5}"/>
              </a:ext>
            </a:extLst>
          </p:cNvPr>
          <p:cNvSpPr/>
          <p:nvPr/>
        </p:nvSpPr>
        <p:spPr>
          <a:xfrm>
            <a:off x="691335" y="2202440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2A068D-3535-0549-8651-D9D3EADB50FD}"/>
              </a:ext>
            </a:extLst>
          </p:cNvPr>
          <p:cNvSpPr/>
          <p:nvPr/>
        </p:nvSpPr>
        <p:spPr>
          <a:xfrm>
            <a:off x="691335" y="3148328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18E322B-EA6E-CB40-85BB-B3C9958E145F}"/>
              </a:ext>
            </a:extLst>
          </p:cNvPr>
          <p:cNvSpPr/>
          <p:nvPr/>
        </p:nvSpPr>
        <p:spPr>
          <a:xfrm>
            <a:off x="691335" y="4094216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2BD0D2-FC95-5D49-8980-AEA5B5EA3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454483" y="1806030"/>
            <a:ext cx="0" cy="2707604"/>
          </a:xfrm>
          <a:prstGeom prst="line">
            <a:avLst/>
          </a:prstGeom>
          <a:ln w="5334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4D07340-18BA-6440-B938-61E7BADA7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868" y="2202440"/>
            <a:ext cx="622570" cy="62257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AC93EAA-F544-2247-A587-3D6A2E35F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868" y="3148328"/>
            <a:ext cx="622570" cy="62257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E45273D-39C7-774C-AF80-1921695F6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868" y="4094216"/>
            <a:ext cx="622570" cy="62257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A3401F-A52B-2249-9683-1619022C2A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12165" y="4252364"/>
            <a:ext cx="298288" cy="2982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DE21739-2512-E949-B0F1-D720C60089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12165" y="3297122"/>
            <a:ext cx="298288" cy="2982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0BCDD05-27CE-354D-9134-1F5434A9A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12165" y="2368336"/>
            <a:ext cx="298288" cy="29828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F539BD8-ECB1-2541-A910-2AAB7F0B0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419751" y="1823714"/>
            <a:ext cx="5088308" cy="0"/>
          </a:xfrm>
          <a:prstGeom prst="line">
            <a:avLst/>
          </a:prstGeom>
          <a:ln w="5334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18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862920-DF38-AD65-9631-EB3036D85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18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2BCAE-FBB0-C5E9-30EF-21AD2314415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768787" y="3684588"/>
            <a:ext cx="4037013" cy="2520950"/>
          </a:xfrm>
        </p:spPr>
        <p:txBody>
          <a:bodyPr/>
          <a:lstStyle/>
          <a:p>
            <a:r>
              <a:rPr lang="en-AU" sz="2000" b="0" dirty="0">
                <a:solidFill>
                  <a:schemeClr val="bg1"/>
                </a:solidFill>
              </a:rPr>
              <a:t>Alit fugit rem </a:t>
            </a:r>
            <a:r>
              <a:rPr lang="en-AU" sz="2000" b="0" dirty="0" err="1">
                <a:solidFill>
                  <a:schemeClr val="bg1"/>
                </a:solidFill>
              </a:rPr>
              <a:t>autatiati</a:t>
            </a:r>
            <a:r>
              <a:rPr lang="en-AU" sz="2000" b="0" dirty="0">
                <a:solidFill>
                  <a:schemeClr val="bg1"/>
                </a:solidFill>
              </a:rPr>
              <a:t> </a:t>
            </a:r>
            <a:r>
              <a:rPr lang="en-AU" sz="2000" b="0" dirty="0" err="1">
                <a:solidFill>
                  <a:schemeClr val="bg1"/>
                </a:solidFill>
              </a:rPr>
              <a:t>sa</a:t>
            </a:r>
            <a:r>
              <a:rPr lang="en-AU" sz="2000" b="0" dirty="0">
                <a:solidFill>
                  <a:schemeClr val="bg1"/>
                </a:solidFill>
              </a:rPr>
              <a:t> </a:t>
            </a:r>
            <a:r>
              <a:rPr lang="en-AU" sz="2000" b="0" dirty="0" err="1">
                <a:solidFill>
                  <a:schemeClr val="bg1"/>
                </a:solidFill>
              </a:rPr>
              <a:t>dion</a:t>
            </a:r>
            <a:r>
              <a:rPr lang="en-AU" sz="2000" b="0" dirty="0">
                <a:solidFill>
                  <a:schemeClr val="bg1"/>
                </a:solidFill>
              </a:rPr>
              <a:t> </a:t>
            </a:r>
            <a:r>
              <a:rPr lang="en-AU" sz="2000" b="0" dirty="0" err="1">
                <a:solidFill>
                  <a:schemeClr val="bg1"/>
                </a:solidFill>
              </a:rPr>
              <a:t>nimus</a:t>
            </a:r>
            <a:r>
              <a:rPr lang="en-AU" sz="2000" b="0" dirty="0">
                <a:solidFill>
                  <a:schemeClr val="bg1"/>
                </a:solidFill>
              </a:rPr>
              <a:t> porrum </a:t>
            </a:r>
            <a:r>
              <a:rPr lang="en-AU" sz="2000" b="0" dirty="0" err="1">
                <a:solidFill>
                  <a:schemeClr val="bg1"/>
                </a:solidFill>
              </a:rPr>
              <a:t>quaspid</a:t>
            </a:r>
            <a:r>
              <a:rPr lang="en-AU" sz="2000" b="0" dirty="0">
                <a:solidFill>
                  <a:schemeClr val="bg1"/>
                </a:solidFill>
              </a:rPr>
              <a:t> </a:t>
            </a:r>
            <a:r>
              <a:rPr lang="en-AU" sz="2000" b="0" dirty="0" err="1">
                <a:solidFill>
                  <a:schemeClr val="bg1"/>
                </a:solidFill>
              </a:rPr>
              <a:t>eriasi</a:t>
            </a:r>
            <a:r>
              <a:rPr lang="en-AU" sz="2000" b="0" dirty="0">
                <a:solidFill>
                  <a:schemeClr val="bg1"/>
                </a:solidFill>
              </a:rPr>
              <a:t> </a:t>
            </a:r>
            <a:r>
              <a:rPr lang="en-AU" sz="2000" b="0" dirty="0" err="1">
                <a:solidFill>
                  <a:schemeClr val="bg1"/>
                </a:solidFill>
              </a:rPr>
              <a:t>nisit</a:t>
            </a:r>
            <a:r>
              <a:rPr lang="en-AU" sz="2000" b="0" dirty="0">
                <a:solidFill>
                  <a:schemeClr val="bg1"/>
                </a:solidFill>
              </a:rPr>
              <a:t> ate rem quo cone </a:t>
            </a:r>
            <a:r>
              <a:rPr lang="en-AU" sz="2000" b="0" dirty="0" err="1">
                <a:solidFill>
                  <a:schemeClr val="bg1"/>
                </a:solidFill>
              </a:rPr>
              <a:t>isiteceseque</a:t>
            </a:r>
            <a:r>
              <a:rPr lang="en-AU" sz="2000" b="0" dirty="0">
                <a:solidFill>
                  <a:schemeClr val="bg1"/>
                </a:solidFill>
              </a:rPr>
              <a:t> </a:t>
            </a:r>
            <a:r>
              <a:rPr lang="en-AU" sz="2000" b="0" dirty="0" err="1">
                <a:solidFill>
                  <a:schemeClr val="bg1"/>
                </a:solidFill>
              </a:rPr>
              <a:t>volorpos</a:t>
            </a:r>
            <a:r>
              <a:rPr lang="en-AU" sz="2000" b="0" dirty="0">
                <a:solidFill>
                  <a:schemeClr val="bg1"/>
                </a:solidFill>
              </a:rPr>
              <a:t> </a:t>
            </a:r>
            <a:r>
              <a:rPr lang="en-AU" sz="2000" b="0" dirty="0" err="1">
                <a:solidFill>
                  <a:schemeClr val="bg1"/>
                </a:solidFill>
              </a:rPr>
              <a:t>si</a:t>
            </a:r>
            <a:r>
              <a:rPr lang="en-AU" sz="2000" b="0" dirty="0">
                <a:solidFill>
                  <a:schemeClr val="bg1"/>
                </a:solidFill>
              </a:rPr>
              <a:t> alim id </a:t>
            </a:r>
            <a:r>
              <a:rPr lang="en-AU" sz="2000" b="0" dirty="0" err="1">
                <a:solidFill>
                  <a:schemeClr val="bg1"/>
                </a:solidFill>
              </a:rPr>
              <a:t>auteceseque</a:t>
            </a:r>
            <a:r>
              <a:rPr lang="en-AU" sz="2000" b="0" dirty="0">
                <a:solidFill>
                  <a:schemeClr val="bg1"/>
                </a:solidFill>
              </a:rPr>
              <a:t>.</a:t>
            </a:r>
            <a:endParaRPr lang="en-US" sz="2000" b="0" dirty="0">
              <a:solidFill>
                <a:schemeClr val="bg1"/>
              </a:solidFill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345C026-833B-F40F-FA7F-F5792AEA8A64}"/>
              </a:ext>
            </a:extLst>
          </p:cNvPr>
          <p:cNvSpPr txBox="1">
            <a:spLocks/>
          </p:cNvSpPr>
          <p:nvPr/>
        </p:nvSpPr>
        <p:spPr>
          <a:xfrm>
            <a:off x="6870357" y="1522823"/>
            <a:ext cx="4552856" cy="20000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kern="1200" smtClean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dirty="0"/>
              <a:t>Asa </a:t>
            </a:r>
            <a:r>
              <a:rPr lang="en-AU" sz="2000" dirty="0" err="1"/>
              <a:t>dion</a:t>
            </a:r>
            <a:r>
              <a:rPr lang="en-AU" sz="2000" dirty="0"/>
              <a:t> </a:t>
            </a:r>
            <a:r>
              <a:rPr lang="en-AU" sz="2000" dirty="0" err="1"/>
              <a:t>nimus</a:t>
            </a:r>
            <a:r>
              <a:rPr lang="en-AU" sz="2000" dirty="0"/>
              <a:t> porrum </a:t>
            </a:r>
            <a:r>
              <a:rPr lang="en-AU" sz="2000" dirty="0" err="1"/>
              <a:t>quaspid</a:t>
            </a:r>
            <a:r>
              <a:rPr lang="en-AU" sz="2000" dirty="0"/>
              <a:t> </a:t>
            </a:r>
            <a:r>
              <a:rPr lang="en-AU" sz="2000" dirty="0" err="1"/>
              <a:t>eriasi</a:t>
            </a:r>
            <a:r>
              <a:rPr lang="en-AU" sz="2000" dirty="0"/>
              <a:t> </a:t>
            </a:r>
            <a:r>
              <a:rPr lang="en-AU" sz="2000" dirty="0" err="1"/>
              <a:t>nisit</a:t>
            </a:r>
            <a:r>
              <a:rPr lang="en-AU" sz="2000" dirty="0"/>
              <a:t> ate rem quo cone </a:t>
            </a:r>
            <a:r>
              <a:rPr lang="en-AU" sz="2000" dirty="0" err="1"/>
              <a:t>sanpeligni</a:t>
            </a:r>
            <a:r>
              <a:rPr lang="en-AU" sz="2000" dirty="0"/>
              <a:t> </a:t>
            </a:r>
            <a:r>
              <a:rPr lang="en-AU" sz="2000" dirty="0" err="1"/>
              <a:t>dolupquaspid</a:t>
            </a:r>
            <a:r>
              <a:rPr lang="en-AU" sz="2000" dirty="0"/>
              <a:t> </a:t>
            </a:r>
            <a:r>
              <a:rPr lang="en-AU" sz="2000" dirty="0" err="1"/>
              <a:t>isiteceseque</a:t>
            </a:r>
            <a:r>
              <a:rPr lang="en-AU" sz="2000" dirty="0"/>
              <a:t> </a:t>
            </a:r>
            <a:r>
              <a:rPr lang="en-AU" sz="2000" dirty="0" err="1"/>
              <a:t>vauteceseque</a:t>
            </a:r>
            <a:r>
              <a:rPr lang="en-AU" sz="2000" dirty="0"/>
              <a:t>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2E0FD-035A-5729-A65E-E9E0B5B6791C}"/>
              </a:ext>
            </a:extLst>
          </p:cNvPr>
          <p:cNvSpPr txBox="1">
            <a:spLocks/>
          </p:cNvSpPr>
          <p:nvPr/>
        </p:nvSpPr>
        <p:spPr>
          <a:xfrm>
            <a:off x="6096000" y="3930778"/>
            <a:ext cx="3606800" cy="19240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kern="1200" smtClean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dirty="0"/>
              <a:t>Sion </a:t>
            </a:r>
            <a:r>
              <a:rPr lang="en-AU" sz="2000" dirty="0" err="1"/>
              <a:t>nimus</a:t>
            </a:r>
            <a:r>
              <a:rPr lang="en-AU" sz="2000" dirty="0"/>
              <a:t> porrum </a:t>
            </a:r>
            <a:r>
              <a:rPr lang="en-AU" sz="2000" dirty="0" err="1"/>
              <a:t>quaspid</a:t>
            </a:r>
            <a:r>
              <a:rPr lang="en-AU" sz="2000" dirty="0"/>
              <a:t> </a:t>
            </a:r>
            <a:r>
              <a:rPr lang="en-AU" sz="2000" dirty="0" err="1"/>
              <a:t>eriasi</a:t>
            </a:r>
            <a:r>
              <a:rPr lang="en-AU" sz="2000" dirty="0"/>
              <a:t> </a:t>
            </a:r>
            <a:r>
              <a:rPr lang="en-AU" sz="2000" dirty="0" err="1"/>
              <a:t>nisit</a:t>
            </a:r>
            <a:r>
              <a:rPr lang="en-AU" sz="2000" dirty="0"/>
              <a:t> ate rem quo cone </a:t>
            </a:r>
            <a:r>
              <a:rPr lang="en-AU" sz="2000" dirty="0" err="1"/>
              <a:t>sanpeligni</a:t>
            </a:r>
            <a:r>
              <a:rPr lang="en-AU" sz="2000" dirty="0"/>
              <a:t> </a:t>
            </a:r>
            <a:r>
              <a:rPr lang="en-AU" sz="2000" dirty="0" err="1"/>
              <a:t>dolupquaspid</a:t>
            </a:r>
            <a:r>
              <a:rPr lang="en-AU" sz="2000" dirty="0"/>
              <a:t> </a:t>
            </a:r>
            <a:r>
              <a:rPr lang="en-AU" sz="2000" dirty="0" err="1"/>
              <a:t>isitece</a:t>
            </a:r>
            <a:r>
              <a:rPr lang="en-AU" sz="2000" dirty="0"/>
              <a:t> </a:t>
            </a:r>
            <a:r>
              <a:rPr lang="en-AU" sz="2000" dirty="0" err="1"/>
              <a:t>seque</a:t>
            </a:r>
            <a:r>
              <a:rPr lang="en-AU" sz="2000" dirty="0"/>
              <a:t> </a:t>
            </a:r>
            <a:r>
              <a:rPr lang="en-AU" sz="2000" dirty="0" err="1"/>
              <a:t>vauteceseque</a:t>
            </a:r>
            <a:r>
              <a:rPr lang="en-AU" sz="2000" dirty="0"/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312A0B-02D1-22E0-4EE3-D49165FA1876}"/>
              </a:ext>
            </a:extLst>
          </p:cNvPr>
          <p:cNvSpPr/>
          <p:nvPr/>
        </p:nvSpPr>
        <p:spPr>
          <a:xfrm>
            <a:off x="768787" y="1946629"/>
            <a:ext cx="1481032" cy="1481032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DB4D61-0B08-E806-7478-11D56F5051D4}"/>
              </a:ext>
            </a:extLst>
          </p:cNvPr>
          <p:cNvSpPr/>
          <p:nvPr/>
        </p:nvSpPr>
        <p:spPr>
          <a:xfrm>
            <a:off x="5175140" y="1446191"/>
            <a:ext cx="1481032" cy="1481032"/>
          </a:xfrm>
          <a:prstGeom prst="ellipse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4FC5CAF4-DEF0-4D0D-BB55-FB400B909FAA}"/>
              </a:ext>
            </a:extLst>
          </p:cNvPr>
          <p:cNvSpPr/>
          <p:nvPr/>
        </p:nvSpPr>
        <p:spPr>
          <a:xfrm>
            <a:off x="9702800" y="4294546"/>
            <a:ext cx="1481032" cy="1481032"/>
          </a:xfrm>
          <a:prstGeom prst="triangl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215F218-8EC5-8139-0071-0C2A71B43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12876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34">
            <a:extLst>
              <a:ext uri="{FF2B5EF4-FFF2-40B4-BE49-F238E27FC236}">
                <a16:creationId xmlns:a16="http://schemas.microsoft.com/office/drawing/2014/main" id="{BE8BA836-AAE5-5178-1554-9839F7C3456E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44393" y="530942"/>
            <a:ext cx="6122355" cy="565954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8085E-07CA-454F-A9BF-5D440842C5E5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AU" sz="1800" b="0" dirty="0" err="1"/>
              <a:t>Tiunt</a:t>
            </a:r>
            <a:r>
              <a:rPr lang="en-AU" sz="1800" b="0" dirty="0"/>
              <a:t> </a:t>
            </a:r>
            <a:r>
              <a:rPr lang="en-AU" sz="1800" b="0" dirty="0" err="1"/>
              <a:t>evellen</a:t>
            </a:r>
            <a:r>
              <a:rPr lang="en-AU" sz="1800" b="0" dirty="0"/>
              <a:t> </a:t>
            </a:r>
            <a:r>
              <a:rPr lang="en-AU" sz="1800" b="0" dirty="0" err="1"/>
              <a:t>issedi</a:t>
            </a:r>
            <a:r>
              <a:rPr lang="en-AU" sz="1800" b="0" dirty="0"/>
              <a:t> </a:t>
            </a:r>
            <a:r>
              <a:rPr lang="en-AU" sz="1800" b="0" dirty="0" err="1"/>
              <a:t>dolupientia</a:t>
            </a:r>
            <a:r>
              <a:rPr lang="en-AU" sz="1800" b="0" dirty="0"/>
              <a:t> </a:t>
            </a:r>
            <a:r>
              <a:rPr lang="en-AU" sz="1800" b="0" dirty="0" err="1"/>
              <a:t>comni</a:t>
            </a:r>
            <a:r>
              <a:rPr lang="en-AU" sz="1800" b="0" dirty="0"/>
              <a:t> </a:t>
            </a:r>
            <a:r>
              <a:rPr lang="en-AU" sz="1800" b="0" dirty="0" err="1"/>
              <a:t>hictis</a:t>
            </a:r>
            <a:r>
              <a:rPr lang="en-AU" sz="1800" b="0" dirty="0"/>
              <a:t> es </a:t>
            </a:r>
            <a:r>
              <a:rPr lang="en-AU" sz="1800" b="0" dirty="0" err="1"/>
              <a:t>aut</a:t>
            </a:r>
            <a:r>
              <a:rPr lang="en-AU" sz="1800" b="0" dirty="0"/>
              <a:t> </a:t>
            </a:r>
            <a:r>
              <a:rPr lang="en-AU" sz="1800" b="0" dirty="0" err="1"/>
              <a:t>utaecerum</a:t>
            </a:r>
            <a:r>
              <a:rPr lang="en-AU" sz="1800" b="0" dirty="0"/>
              <a:t> quod </a:t>
            </a:r>
            <a:r>
              <a:rPr lang="en-AU" sz="1800" b="0" dirty="0" err="1"/>
              <a:t>eum</a:t>
            </a:r>
            <a:r>
              <a:rPr lang="en-AU" sz="1800" b="0" dirty="0"/>
              <a:t> </a:t>
            </a:r>
            <a:r>
              <a:rPr lang="en-AU" sz="1800" b="0" dirty="0" err="1"/>
              <a:t>esequi</a:t>
            </a:r>
            <a:r>
              <a:rPr lang="en-AU" sz="1800" b="0" dirty="0"/>
              <a:t> qui dol </a:t>
            </a:r>
            <a:r>
              <a:rPr lang="en-AU" sz="1800" b="0" dirty="0" err="1"/>
              <a:t>oribus</a:t>
            </a:r>
            <a:r>
              <a:rPr lang="en-AU" sz="1800" b="0" dirty="0"/>
              <a:t> </a:t>
            </a:r>
            <a:r>
              <a:rPr lang="en-AU" sz="1800" b="0" dirty="0" err="1"/>
              <a:t>rendaep</a:t>
            </a:r>
            <a:r>
              <a:rPr lang="en-AU" sz="1800" b="0" dirty="0"/>
              <a:t> </a:t>
            </a:r>
            <a:r>
              <a:rPr lang="en-AU" sz="1800" b="0" dirty="0" err="1"/>
              <a:t>elentionsedi</a:t>
            </a:r>
            <a:r>
              <a:rPr lang="en-AU" sz="1800" b="0" dirty="0"/>
              <a:t> </a:t>
            </a:r>
            <a:r>
              <a:rPr lang="en-AU" sz="1800" b="0" dirty="0" err="1"/>
              <a:t>quatur</a:t>
            </a:r>
            <a:r>
              <a:rPr lang="en-AU" sz="1800" b="0" dirty="0"/>
              <a:t> </a:t>
            </a:r>
            <a:r>
              <a:rPr lang="en-AU" sz="1800" b="0" dirty="0" err="1"/>
              <a:t>modi</a:t>
            </a:r>
            <a:r>
              <a:rPr lang="en-AU" sz="1800" b="0" dirty="0"/>
              <a:t> bl </a:t>
            </a:r>
            <a:r>
              <a:rPr lang="en-AU" sz="1800" b="0" dirty="0" err="1"/>
              <a:t>aut</a:t>
            </a:r>
            <a:r>
              <a:rPr lang="en-AU" sz="1800" b="0" dirty="0"/>
              <a:t> </a:t>
            </a:r>
            <a:r>
              <a:rPr lang="en-AU" sz="1800" b="0" dirty="0" err="1"/>
              <a:t>ipiet</a:t>
            </a:r>
            <a:r>
              <a:rPr lang="en-AU" sz="1800" b="0" dirty="0"/>
              <a:t> </a:t>
            </a:r>
            <a:r>
              <a:rPr lang="en-AU" sz="1800" b="0" dirty="0" err="1"/>
              <a:t>repernam</a:t>
            </a:r>
            <a:r>
              <a:rPr lang="en-AU" sz="1800" b="0" dirty="0"/>
              <a:t> </a:t>
            </a:r>
            <a:r>
              <a:rPr lang="en-AU" sz="1800" b="0" dirty="0" err="1"/>
              <a:t>repuditiasi</a:t>
            </a:r>
            <a:r>
              <a:rPr lang="en-AU" sz="1800" b="0" dirty="0"/>
              <a:t> </a:t>
            </a:r>
            <a:r>
              <a:rPr lang="en-AU" sz="1800" b="0" dirty="0" err="1"/>
              <a:t>vollore</a:t>
            </a:r>
            <a:r>
              <a:rPr lang="en-AU" sz="1800" b="0" dirty="0"/>
              <a:t> </a:t>
            </a:r>
            <a:r>
              <a:rPr lang="en-AU" sz="1800" b="0" dirty="0" err="1"/>
              <a:t>praere</a:t>
            </a:r>
            <a:r>
              <a:rPr lang="en-AU" sz="1800" b="0" dirty="0"/>
              <a:t> </a:t>
            </a:r>
            <a:r>
              <a:rPr lang="en-AU" sz="1800" b="0" dirty="0" err="1"/>
              <a:t>volor</a:t>
            </a:r>
            <a:r>
              <a:rPr lang="en-AU" sz="1800" b="0" dirty="0"/>
              <a:t> </a:t>
            </a:r>
            <a:r>
              <a:rPr lang="en-AU" sz="1800" b="0" dirty="0" err="1"/>
              <a:t>mos</a:t>
            </a:r>
            <a:r>
              <a:rPr lang="en-AU" sz="1800" b="0" dirty="0"/>
              <a:t> </a:t>
            </a:r>
            <a:r>
              <a:rPr lang="en-AU" sz="1800" b="0" dirty="0" err="1"/>
              <a:t>easret</a:t>
            </a:r>
            <a:r>
              <a:rPr lang="en-AU" sz="1800" b="0" dirty="0"/>
              <a:t>.</a:t>
            </a:r>
          </a:p>
          <a:p>
            <a:r>
              <a:rPr lang="en-AU" sz="1800" b="0" dirty="0" err="1"/>
              <a:t>Pelignis</a:t>
            </a:r>
            <a:r>
              <a:rPr lang="en-AU" sz="1800" b="0" dirty="0"/>
              <a:t> pores </a:t>
            </a:r>
            <a:r>
              <a:rPr lang="en-AU" sz="1800" b="0" dirty="0" err="1"/>
              <a:t>mosaper</a:t>
            </a:r>
            <a:r>
              <a:rPr lang="en-AU" sz="1800" b="0" dirty="0"/>
              <a:t> </a:t>
            </a:r>
            <a:r>
              <a:rPr lang="en-AU" sz="1800" b="0" dirty="0" err="1"/>
              <a:t>umquas</a:t>
            </a:r>
            <a:r>
              <a:rPr lang="en-AU" dirty="0"/>
              <a:t> </a:t>
            </a:r>
            <a:r>
              <a:rPr lang="en-AU" sz="1800" b="0" dirty="0" err="1"/>
              <a:t>velectiam</a:t>
            </a:r>
            <a:r>
              <a:rPr lang="en-AU" sz="1800" b="0" dirty="0"/>
              <a:t> </a:t>
            </a:r>
            <a:r>
              <a:rPr lang="en-AU" sz="1800" b="0" dirty="0" err="1"/>
              <a:t>fuga</a:t>
            </a:r>
            <a:r>
              <a:rPr lang="en-AU" sz="1800" b="0" dirty="0"/>
              <a:t>. </a:t>
            </a:r>
            <a:r>
              <a:rPr lang="en-AU" sz="1800" b="0" dirty="0" err="1"/>
              <a:t>Simpor</a:t>
            </a:r>
            <a:r>
              <a:rPr lang="en-AU" sz="1800" b="0" dirty="0"/>
              <a:t> </a:t>
            </a:r>
            <a:r>
              <a:rPr lang="en-AU" sz="1800" b="0" dirty="0" err="1"/>
              <a:t>autam</a:t>
            </a:r>
            <a:r>
              <a:rPr lang="en-AU" sz="1800" b="0" dirty="0"/>
              <a:t> id </a:t>
            </a:r>
            <a:r>
              <a:rPr lang="en-AU" sz="1800" b="0" dirty="0" err="1"/>
              <a:t>eosandu</a:t>
            </a:r>
            <a:r>
              <a:rPr lang="en-AU" sz="1800" b="0" dirty="0"/>
              <a:t> </a:t>
            </a:r>
            <a:r>
              <a:rPr lang="en-AU" sz="1800" b="0" dirty="0" err="1"/>
              <a:t>ndundiscia</a:t>
            </a:r>
            <a:r>
              <a:rPr lang="en-AU" sz="1800" b="0" dirty="0"/>
              <a:t> </a:t>
            </a:r>
            <a:r>
              <a:rPr lang="en-AU" sz="1800" b="0" dirty="0" err="1"/>
              <a:t>solorepta</a:t>
            </a:r>
            <a:r>
              <a:rPr lang="en-AU" sz="1800" b="0" dirty="0"/>
              <a:t> </a:t>
            </a:r>
            <a:r>
              <a:rPr lang="en-AU" sz="1800" b="0" dirty="0" err="1"/>
              <a:t>autquae</a:t>
            </a:r>
            <a:r>
              <a:rPr lang="en-AU" dirty="0"/>
              <a:t> </a:t>
            </a:r>
            <a:r>
              <a:rPr lang="en-AU" sz="1800" b="0" dirty="0"/>
              <a:t>peri </a:t>
            </a:r>
            <a:r>
              <a:rPr lang="en-AU" sz="1800" b="0" dirty="0" err="1"/>
              <a:t>aut</a:t>
            </a:r>
            <a:r>
              <a:rPr lang="en-AU" sz="1800" b="0" dirty="0"/>
              <a:t> </a:t>
            </a:r>
            <a:r>
              <a:rPr lang="en-AU" sz="1800" b="0" dirty="0" err="1"/>
              <a:t>esed</a:t>
            </a:r>
            <a:r>
              <a:rPr lang="en-AU" sz="1800" b="0" dirty="0"/>
              <a:t> </a:t>
            </a:r>
            <a:r>
              <a:rPr lang="en-AU" sz="1800" b="0" dirty="0" err="1"/>
              <a:t>moluptae</a:t>
            </a:r>
            <a:r>
              <a:rPr lang="en-AU" sz="1800" b="0" dirty="0"/>
              <a:t> illume </a:t>
            </a:r>
            <a:r>
              <a:rPr lang="en-AU" sz="1800" b="0" dirty="0" err="1"/>
              <a:t>praecto</a:t>
            </a:r>
            <a:r>
              <a:rPr lang="en-AU" dirty="0"/>
              <a:t> </a:t>
            </a:r>
            <a:r>
              <a:rPr lang="en-AU" sz="1800" b="0" dirty="0" err="1"/>
              <a:t>dolorer</a:t>
            </a:r>
            <a:r>
              <a:rPr lang="en-AU" sz="1800" b="0" dirty="0"/>
              <a:t> </a:t>
            </a:r>
            <a:r>
              <a:rPr lang="en-AU" sz="1800" b="0" dirty="0" err="1"/>
              <a:t>itatiusa</a:t>
            </a:r>
            <a:r>
              <a:rPr lang="en-AU" sz="1800" b="0" dirty="0"/>
              <a:t> </a:t>
            </a:r>
            <a:r>
              <a:rPr lang="en-AU" sz="1800" b="0" dirty="0" err="1"/>
              <a:t>sam.</a:t>
            </a:r>
            <a:endParaRPr lang="en-AU" sz="1800" b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4FF06-E1C3-5444-A753-71963B20D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Heading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0DACEE-6B35-DB1B-1AEA-01B353258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Subheading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C24C4A-3E3C-C11D-BF8E-1132E19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19</a:t>
            </a:fld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D6E7B2-9D62-C4DF-23BD-B68E5FDDDD63}"/>
              </a:ext>
            </a:extLst>
          </p:cNvPr>
          <p:cNvSpPr/>
          <p:nvPr/>
        </p:nvSpPr>
        <p:spPr>
          <a:xfrm>
            <a:off x="5546163" y="5520652"/>
            <a:ext cx="666275" cy="66627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35714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FB7219-7492-7C62-FBC6-9A314550895A}"/>
              </a:ext>
            </a:extLst>
          </p:cNvPr>
          <p:cNvSpPr/>
          <p:nvPr/>
        </p:nvSpPr>
        <p:spPr>
          <a:xfrm>
            <a:off x="4882820" y="6191724"/>
            <a:ext cx="666275" cy="666275"/>
          </a:xfrm>
          <a:prstGeom prst="rect">
            <a:avLst/>
          </a:prstGeom>
          <a:solidFill>
            <a:srgbClr val="0F4BE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35714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418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5687C-910D-6346-9F29-BCD3C3E32370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noFill/>
        </p:spPr>
        <p:txBody>
          <a:bodyPr/>
          <a:lstStyle/>
          <a:p>
            <a:r>
              <a:rPr lang="en-AU" dirty="0" err="1"/>
              <a:t>Tiunt</a:t>
            </a:r>
            <a:r>
              <a:rPr lang="en-AU" dirty="0"/>
              <a:t> </a:t>
            </a:r>
            <a:r>
              <a:rPr lang="en-AU" dirty="0" err="1"/>
              <a:t>evellen</a:t>
            </a:r>
            <a:r>
              <a:rPr lang="en-AU" dirty="0"/>
              <a:t> </a:t>
            </a:r>
            <a:r>
              <a:rPr lang="en-AU" dirty="0" err="1"/>
              <a:t>issedi</a:t>
            </a:r>
            <a:r>
              <a:rPr lang="en-AU" dirty="0"/>
              <a:t> </a:t>
            </a:r>
            <a:r>
              <a:rPr lang="en-AU" dirty="0" err="1"/>
              <a:t>dolupientia</a:t>
            </a:r>
            <a:br>
              <a:rPr lang="en-AU" dirty="0"/>
            </a:br>
            <a:r>
              <a:rPr lang="en-AU" dirty="0" err="1"/>
              <a:t>comnihictis</a:t>
            </a:r>
            <a:r>
              <a:rPr lang="en-AU" dirty="0"/>
              <a:t> es </a:t>
            </a:r>
            <a:r>
              <a:rPr lang="en-AU" dirty="0" err="1"/>
              <a:t>aut</a:t>
            </a:r>
            <a:r>
              <a:rPr lang="en-AU" dirty="0"/>
              <a:t> </a:t>
            </a:r>
            <a:r>
              <a:rPr lang="en-AU" dirty="0" err="1"/>
              <a:t>utaecerum</a:t>
            </a:r>
            <a:r>
              <a:rPr lang="en-AU" dirty="0"/>
              <a:t> quod</a:t>
            </a:r>
            <a:br>
              <a:rPr lang="en-AU" dirty="0"/>
            </a:br>
            <a:r>
              <a:rPr lang="en-AU" dirty="0" err="1"/>
              <a:t>eum</a:t>
            </a:r>
            <a:r>
              <a:rPr lang="en-AU" dirty="0"/>
              <a:t> </a:t>
            </a:r>
            <a:r>
              <a:rPr lang="en-AU" dirty="0" err="1"/>
              <a:t>esequi</a:t>
            </a:r>
            <a:r>
              <a:rPr lang="en-AU" dirty="0"/>
              <a:t> qui </a:t>
            </a:r>
            <a:r>
              <a:rPr lang="en-AU" dirty="0" err="1"/>
              <a:t>doloribus</a:t>
            </a:r>
            <a:r>
              <a:rPr lang="en-AU" dirty="0"/>
              <a:t> </a:t>
            </a:r>
            <a:r>
              <a:rPr lang="en-AU" dirty="0" err="1"/>
              <a:t>rendaep</a:t>
            </a:r>
            <a:br>
              <a:rPr lang="en-AU" dirty="0"/>
            </a:br>
            <a:r>
              <a:rPr lang="en-AU" dirty="0" err="1"/>
              <a:t>elentionsedi</a:t>
            </a:r>
            <a:r>
              <a:rPr lang="en-AU" dirty="0"/>
              <a:t> </a:t>
            </a:r>
            <a:r>
              <a:rPr lang="en-AU" dirty="0" err="1"/>
              <a:t>quatur</a:t>
            </a:r>
            <a:r>
              <a:rPr lang="en-AU" dirty="0"/>
              <a:t> </a:t>
            </a:r>
            <a:r>
              <a:rPr lang="en-AU" dirty="0" err="1"/>
              <a:t>modi</a:t>
            </a:r>
            <a:r>
              <a:rPr lang="en-AU" dirty="0"/>
              <a:t> </a:t>
            </a:r>
            <a:r>
              <a:rPr lang="en-AU" dirty="0" err="1"/>
              <a:t>blaut</a:t>
            </a:r>
            <a:r>
              <a:rPr lang="en-AU" dirty="0"/>
              <a:t> </a:t>
            </a:r>
            <a:r>
              <a:rPr lang="en-AU" dirty="0" err="1"/>
              <a:t>ipiet</a:t>
            </a:r>
            <a:br>
              <a:rPr lang="en-AU" dirty="0"/>
            </a:br>
            <a:r>
              <a:rPr lang="en-AU" dirty="0" err="1"/>
              <a:t>repernam</a:t>
            </a:r>
            <a:r>
              <a:rPr lang="en-AU" dirty="0"/>
              <a:t> </a:t>
            </a:r>
            <a:r>
              <a:rPr lang="en-AU" dirty="0" err="1"/>
              <a:t>repuditiasi</a:t>
            </a:r>
            <a:r>
              <a:rPr lang="en-AU" dirty="0"/>
              <a:t> </a:t>
            </a:r>
            <a:r>
              <a:rPr lang="en-AU" dirty="0" err="1"/>
              <a:t>vollore</a:t>
            </a:r>
            <a:r>
              <a:rPr lang="en-AU" dirty="0"/>
              <a:t> </a:t>
            </a:r>
            <a:r>
              <a:rPr lang="en-AU" dirty="0" err="1"/>
              <a:t>praere</a:t>
            </a:r>
            <a:br>
              <a:rPr lang="en-AU" dirty="0"/>
            </a:br>
            <a:r>
              <a:rPr lang="en-AU" dirty="0" err="1"/>
              <a:t>volor</a:t>
            </a:r>
            <a:r>
              <a:rPr lang="en-AU" dirty="0"/>
              <a:t> </a:t>
            </a:r>
            <a:r>
              <a:rPr lang="en-AU" dirty="0" err="1"/>
              <a:t>mos</a:t>
            </a:r>
            <a:r>
              <a:rPr lang="en-AU" dirty="0"/>
              <a:t> et.</a:t>
            </a:r>
          </a:p>
          <a:p>
            <a:r>
              <a:rPr lang="en-AU" dirty="0" err="1"/>
              <a:t>Pelignis</a:t>
            </a:r>
            <a:r>
              <a:rPr lang="en-AU" dirty="0"/>
              <a:t> pores </a:t>
            </a:r>
            <a:r>
              <a:rPr lang="en-AU" dirty="0" err="1"/>
              <a:t>mosaper</a:t>
            </a:r>
            <a:r>
              <a:rPr lang="en-AU" dirty="0"/>
              <a:t> </a:t>
            </a:r>
            <a:r>
              <a:rPr lang="en-AU" dirty="0" err="1"/>
              <a:t>umquas</a:t>
            </a:r>
            <a:br>
              <a:rPr lang="en-AU" dirty="0"/>
            </a:br>
            <a:r>
              <a:rPr lang="en-AU" dirty="0" err="1"/>
              <a:t>velectiam</a:t>
            </a:r>
            <a:r>
              <a:rPr lang="en-AU" dirty="0"/>
              <a:t> </a:t>
            </a:r>
            <a:r>
              <a:rPr lang="en-AU" dirty="0" err="1"/>
              <a:t>fuga</a:t>
            </a:r>
            <a:r>
              <a:rPr lang="en-AU" dirty="0"/>
              <a:t>. </a:t>
            </a:r>
            <a:r>
              <a:rPr lang="en-AU" dirty="0" err="1"/>
              <a:t>Simpor</a:t>
            </a:r>
            <a:r>
              <a:rPr lang="en-AU" dirty="0"/>
              <a:t> </a:t>
            </a:r>
            <a:r>
              <a:rPr lang="en-AU" dirty="0" err="1"/>
              <a:t>autam</a:t>
            </a:r>
            <a:r>
              <a:rPr lang="en-AU" dirty="0"/>
              <a:t> id</a:t>
            </a:r>
            <a:br>
              <a:rPr lang="en-AU" dirty="0"/>
            </a:br>
            <a:r>
              <a:rPr lang="en-AU" dirty="0" err="1"/>
              <a:t>eosandu</a:t>
            </a:r>
            <a:r>
              <a:rPr lang="en-AU" dirty="0"/>
              <a:t> </a:t>
            </a:r>
            <a:r>
              <a:rPr lang="en-AU" dirty="0" err="1"/>
              <a:t>ndundiscia</a:t>
            </a:r>
            <a:r>
              <a:rPr lang="en-AU" dirty="0"/>
              <a:t> </a:t>
            </a:r>
            <a:r>
              <a:rPr lang="en-AU" dirty="0" err="1"/>
              <a:t>solorepta</a:t>
            </a:r>
            <a:r>
              <a:rPr lang="en-AU" dirty="0"/>
              <a:t> </a:t>
            </a:r>
            <a:r>
              <a:rPr lang="en-AU" dirty="0" err="1"/>
              <a:t>autquae</a:t>
            </a:r>
            <a:br>
              <a:rPr lang="en-AU" dirty="0"/>
            </a:br>
            <a:r>
              <a:rPr lang="en-AU" dirty="0"/>
              <a:t>peri </a:t>
            </a:r>
            <a:r>
              <a:rPr lang="en-AU" dirty="0" err="1"/>
              <a:t>aut</a:t>
            </a:r>
            <a:r>
              <a:rPr lang="en-AU" dirty="0"/>
              <a:t> </a:t>
            </a:r>
            <a:r>
              <a:rPr lang="en-AU" dirty="0" err="1"/>
              <a:t>esed</a:t>
            </a:r>
            <a:r>
              <a:rPr lang="en-AU" dirty="0"/>
              <a:t> </a:t>
            </a:r>
            <a:r>
              <a:rPr lang="en-AU" dirty="0" err="1"/>
              <a:t>moluptae</a:t>
            </a:r>
            <a:r>
              <a:rPr lang="en-AU" dirty="0"/>
              <a:t> illume </a:t>
            </a:r>
            <a:r>
              <a:rPr lang="en-AU" dirty="0" err="1"/>
              <a:t>praecto</a:t>
            </a:r>
            <a:br>
              <a:rPr lang="en-AU" dirty="0"/>
            </a:br>
            <a:r>
              <a:rPr lang="en-AU" dirty="0" err="1"/>
              <a:t>dolorer</a:t>
            </a:r>
            <a:r>
              <a:rPr lang="en-AU" dirty="0"/>
              <a:t> </a:t>
            </a:r>
            <a:r>
              <a:rPr lang="en-AU" dirty="0" err="1"/>
              <a:t>itatiusa</a:t>
            </a:r>
            <a:r>
              <a:rPr lang="en-AU" dirty="0"/>
              <a:t> </a:t>
            </a:r>
            <a:r>
              <a:rPr lang="en-AU" dirty="0" err="1"/>
              <a:t>sam.</a:t>
            </a:r>
            <a:endParaRPr lang="en-AU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178FBE-E8F7-8F41-BDD4-63C5E034901F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AU" sz="2400" dirty="0"/>
              <a:t>Title</a:t>
            </a:r>
            <a:endParaRPr lang="en-AU" dirty="0"/>
          </a:p>
          <a:p>
            <a:r>
              <a:rPr lang="en-AU" dirty="0" err="1"/>
              <a:t>Musaperchil</a:t>
            </a:r>
            <a:r>
              <a:rPr lang="en-AU" dirty="0"/>
              <a:t> </a:t>
            </a:r>
            <a:r>
              <a:rPr lang="en-AU" dirty="0" err="1"/>
              <a:t>ilis</a:t>
            </a:r>
            <a:r>
              <a:rPr lang="en-AU" dirty="0"/>
              <a:t> sit </a:t>
            </a:r>
            <a:r>
              <a:rPr lang="en-AU" dirty="0" err="1"/>
              <a:t>audae</a:t>
            </a:r>
            <a:r>
              <a:rPr lang="en-AU" dirty="0"/>
              <a:t> </a:t>
            </a:r>
            <a:r>
              <a:rPr lang="en-AU" dirty="0" err="1"/>
              <a:t>eostrum</a:t>
            </a:r>
            <a:r>
              <a:rPr lang="en-AU" dirty="0"/>
              <a:t> </a:t>
            </a:r>
            <a:r>
              <a:rPr lang="en-AU" dirty="0" err="1"/>
              <a:t>laut</a:t>
            </a:r>
            <a:r>
              <a:rPr lang="en-AU" dirty="0"/>
              <a:t> </a:t>
            </a:r>
            <a:r>
              <a:rPr lang="en-AU" dirty="0" err="1"/>
              <a:t>untis</a:t>
            </a:r>
            <a:r>
              <a:rPr lang="en-AU" dirty="0"/>
              <a:t> accus </a:t>
            </a:r>
            <a:r>
              <a:rPr lang="en-AU" dirty="0" err="1"/>
              <a:t>magnima</a:t>
            </a:r>
            <a:r>
              <a:rPr lang="en-AU" dirty="0"/>
              <a:t> </a:t>
            </a:r>
            <a:r>
              <a:rPr lang="en-AU" dirty="0" err="1"/>
              <a:t>vendel</a:t>
            </a:r>
            <a:r>
              <a:rPr lang="en-AU" dirty="0"/>
              <a:t> </a:t>
            </a:r>
            <a:r>
              <a:rPr lang="en-AU" dirty="0" err="1"/>
              <a:t>maio</a:t>
            </a:r>
            <a:r>
              <a:rPr lang="en-AU" dirty="0"/>
              <a:t> </a:t>
            </a:r>
            <a:r>
              <a:rPr lang="en-AU" dirty="0" err="1"/>
              <a:t>inulparum</a:t>
            </a:r>
            <a:r>
              <a:rPr lang="en-AU" dirty="0"/>
              <a:t> voles sit, se </a:t>
            </a:r>
            <a:r>
              <a:rPr lang="en-AU" dirty="0" err="1"/>
              <a:t>porro</a:t>
            </a:r>
            <a:r>
              <a:rPr lang="en-AU" dirty="0"/>
              <a:t> </a:t>
            </a:r>
            <a:r>
              <a:rPr lang="en-AU" dirty="0" err="1"/>
              <a:t>quam</a:t>
            </a:r>
            <a:r>
              <a:rPr lang="en-AU" dirty="0"/>
              <a:t> </a:t>
            </a:r>
            <a:r>
              <a:rPr lang="en-AU" dirty="0" err="1"/>
              <a:t>endenti</a:t>
            </a:r>
            <a:r>
              <a:rPr lang="en-AU" dirty="0"/>
              <a:t> </a:t>
            </a:r>
            <a:r>
              <a:rPr lang="en-AU" dirty="0" err="1"/>
              <a:t>urisquatur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99921F-650C-624F-891F-D7252E333FEC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lang="en-AU" sz="2400" dirty="0"/>
              <a:t>Title</a:t>
            </a:r>
            <a:endParaRPr lang="en-AU" dirty="0"/>
          </a:p>
          <a:p>
            <a:r>
              <a:rPr lang="en-AU" dirty="0" err="1"/>
              <a:t>Musaperchil</a:t>
            </a:r>
            <a:br>
              <a:rPr lang="en-AU" dirty="0"/>
            </a:br>
            <a:r>
              <a:rPr lang="en-AU" dirty="0" err="1"/>
              <a:t>ilis</a:t>
            </a:r>
            <a:r>
              <a:rPr lang="en-AU" dirty="0"/>
              <a:t> sit </a:t>
            </a:r>
            <a:r>
              <a:rPr lang="en-AU" dirty="0" err="1"/>
              <a:t>audae</a:t>
            </a:r>
            <a:br>
              <a:rPr lang="en-AU" dirty="0"/>
            </a:br>
            <a:r>
              <a:rPr lang="en-AU" dirty="0" err="1"/>
              <a:t>eostrum</a:t>
            </a:r>
            <a:r>
              <a:rPr lang="en-AU" dirty="0"/>
              <a:t> </a:t>
            </a:r>
            <a:r>
              <a:rPr lang="en-AU" dirty="0" err="1"/>
              <a:t>laut</a:t>
            </a:r>
            <a:br>
              <a:rPr lang="en-AU" dirty="0"/>
            </a:br>
            <a:r>
              <a:rPr lang="en-AU" dirty="0" err="1"/>
              <a:t>untis</a:t>
            </a:r>
            <a:r>
              <a:rPr lang="en-AU" dirty="0"/>
              <a:t> accus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7049A8-9E52-8F41-9CB6-3BBEB20A1B52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AU" sz="2400" dirty="0"/>
              <a:t>Title</a:t>
            </a:r>
            <a:endParaRPr lang="en-AU" dirty="0"/>
          </a:p>
          <a:p>
            <a:r>
              <a:rPr lang="en-AU" dirty="0" err="1"/>
              <a:t>Musaperchil</a:t>
            </a:r>
            <a:br>
              <a:rPr lang="en-AU" dirty="0"/>
            </a:br>
            <a:r>
              <a:rPr lang="en-AU" dirty="0" err="1"/>
              <a:t>ilis</a:t>
            </a:r>
            <a:r>
              <a:rPr lang="en-AU" dirty="0"/>
              <a:t> sit </a:t>
            </a:r>
            <a:r>
              <a:rPr lang="en-AU" dirty="0" err="1"/>
              <a:t>audae</a:t>
            </a:r>
            <a:br>
              <a:rPr lang="en-AU" dirty="0"/>
            </a:br>
            <a:r>
              <a:rPr lang="en-AU" dirty="0" err="1"/>
              <a:t>eostrum</a:t>
            </a:r>
            <a:r>
              <a:rPr lang="en-AU" dirty="0"/>
              <a:t> </a:t>
            </a:r>
            <a:r>
              <a:rPr lang="en-AU" dirty="0" err="1"/>
              <a:t>laut</a:t>
            </a:r>
            <a:br>
              <a:rPr lang="en-AU" dirty="0"/>
            </a:br>
            <a:r>
              <a:rPr lang="en-AU" dirty="0" err="1"/>
              <a:t>untis</a:t>
            </a:r>
            <a:r>
              <a:rPr lang="en-AU" dirty="0"/>
              <a:t> accus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0F7FBA-ADEE-F740-863E-8042111B0E53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AU" sz="2400" dirty="0">
                <a:solidFill>
                  <a:schemeClr val="accent1"/>
                </a:solidFill>
              </a:rPr>
              <a:t>Title</a:t>
            </a:r>
            <a:endParaRPr lang="en-AU" dirty="0">
              <a:solidFill>
                <a:schemeClr val="accent1"/>
              </a:solidFill>
            </a:endParaRPr>
          </a:p>
          <a:p>
            <a:r>
              <a:rPr lang="en-AU" dirty="0" err="1"/>
              <a:t>Musaperchil</a:t>
            </a:r>
            <a:r>
              <a:rPr lang="en-AU" dirty="0"/>
              <a:t> </a:t>
            </a:r>
            <a:r>
              <a:rPr lang="en-AU" dirty="0" err="1"/>
              <a:t>ilis</a:t>
            </a:r>
            <a:r>
              <a:rPr lang="en-AU" dirty="0"/>
              <a:t> sit </a:t>
            </a:r>
            <a:r>
              <a:rPr lang="en-AU" dirty="0" err="1"/>
              <a:t>audae</a:t>
            </a:r>
            <a:r>
              <a:rPr lang="en-AU" dirty="0"/>
              <a:t> </a:t>
            </a:r>
            <a:r>
              <a:rPr lang="en-AU" dirty="0" err="1"/>
              <a:t>eostrum</a:t>
            </a:r>
            <a:r>
              <a:rPr lang="en-AU" dirty="0"/>
              <a:t> </a:t>
            </a:r>
            <a:r>
              <a:rPr lang="en-AU" dirty="0" err="1"/>
              <a:t>laut</a:t>
            </a:r>
            <a:r>
              <a:rPr lang="en-AU" dirty="0"/>
              <a:t> </a:t>
            </a:r>
            <a:r>
              <a:rPr lang="en-AU" dirty="0" err="1"/>
              <a:t>untis</a:t>
            </a:r>
            <a:r>
              <a:rPr lang="en-AU" dirty="0"/>
              <a:t> accus </a:t>
            </a:r>
            <a:r>
              <a:rPr lang="en-AU" dirty="0" err="1"/>
              <a:t>magnima</a:t>
            </a:r>
            <a:r>
              <a:rPr lang="en-AU" dirty="0"/>
              <a:t> </a:t>
            </a:r>
            <a:r>
              <a:rPr lang="en-AU" dirty="0" err="1"/>
              <a:t>vendel</a:t>
            </a:r>
            <a:r>
              <a:rPr lang="en-AU" dirty="0"/>
              <a:t> </a:t>
            </a:r>
            <a:r>
              <a:rPr lang="en-AU" dirty="0" err="1"/>
              <a:t>maio</a:t>
            </a:r>
            <a:r>
              <a:rPr lang="en-AU" dirty="0"/>
              <a:t> </a:t>
            </a:r>
            <a:r>
              <a:rPr lang="en-AU" dirty="0" err="1"/>
              <a:t>inulparum</a:t>
            </a:r>
            <a:r>
              <a:rPr lang="en-AU" dirty="0"/>
              <a:t> voles sit, se </a:t>
            </a:r>
            <a:r>
              <a:rPr lang="en-AU" dirty="0" err="1"/>
              <a:t>porro</a:t>
            </a:r>
            <a:r>
              <a:rPr lang="en-AU" dirty="0"/>
              <a:t> </a:t>
            </a:r>
            <a:r>
              <a:rPr lang="en-AU" dirty="0" err="1"/>
              <a:t>quam</a:t>
            </a:r>
            <a:r>
              <a:rPr lang="en-AU" dirty="0"/>
              <a:t> </a:t>
            </a:r>
            <a:r>
              <a:rPr lang="en-AU" dirty="0" err="1"/>
              <a:t>endenti</a:t>
            </a:r>
            <a:r>
              <a:rPr lang="en-AU" dirty="0"/>
              <a:t> </a:t>
            </a:r>
            <a:r>
              <a:rPr lang="en-AU" dirty="0" err="1"/>
              <a:t>urisquatur</a:t>
            </a:r>
            <a:endParaRPr lang="en-AU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6C4B031-7BC8-E9FB-5ACE-42859C7B4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50EC74-18A6-B42F-FB3A-C58F2C205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20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007E516-2E11-F738-BA64-4F429566F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94798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9087FBD-869D-40D8-94B4-5F357AF4B9B5}"/>
              </a:ext>
            </a:extLst>
          </p:cNvPr>
          <p:cNvSpPr/>
          <p:nvPr/>
        </p:nvSpPr>
        <p:spPr>
          <a:xfrm>
            <a:off x="811685" y="3272200"/>
            <a:ext cx="1670756" cy="21739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n-AU" sz="1400" dirty="0">
                <a:solidFill>
                  <a:srgbClr val="E1E1E1"/>
                </a:solidFill>
              </a:rPr>
              <a:t>Lorem ipsum sit </a:t>
            </a:r>
            <a:r>
              <a:rPr lang="en-AU" sz="1400" dirty="0" err="1">
                <a:solidFill>
                  <a:srgbClr val="E1E1E1"/>
                </a:solidFill>
              </a:rPr>
              <a:t>amet</a:t>
            </a:r>
            <a:r>
              <a:rPr lang="en-AU" sz="1400" dirty="0">
                <a:solidFill>
                  <a:srgbClr val="E1E1E1"/>
                </a:solidFill>
              </a:rPr>
              <a:t>, </a:t>
            </a:r>
            <a:r>
              <a:rPr lang="en-AU" sz="1400" dirty="0" err="1">
                <a:solidFill>
                  <a:srgbClr val="E1E1E1"/>
                </a:solidFill>
              </a:rPr>
              <a:t>conse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ctetur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adipiscing</a:t>
            </a:r>
            <a:endParaRPr lang="en-GB" sz="1400" dirty="0">
              <a:solidFill>
                <a:srgbClr val="E1E1E1"/>
              </a:solidFill>
              <a:ea typeface="Noto Sans" panose="020B0502040504020204" pitchFamily="34"/>
              <a:cs typeface="Noto Sans" panose="020B0502040504020204" pitchFamily="34"/>
            </a:endParaRPr>
          </a:p>
          <a:p>
            <a:r>
              <a:rPr lang="en-AU" b="1" dirty="0">
                <a:solidFill>
                  <a:schemeClr val="accent2"/>
                </a:solidFill>
                <a:latin typeface="+mj-lt"/>
              </a:rPr>
              <a:t>123 bold 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F9F65FB-E45D-4337-5AA0-C99CB0651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2F8401-8152-AA11-893C-33E57739CF6D}"/>
              </a:ext>
            </a:extLst>
          </p:cNvPr>
          <p:cNvSpPr/>
          <p:nvPr/>
        </p:nvSpPr>
        <p:spPr>
          <a:xfrm>
            <a:off x="2928809" y="3272200"/>
            <a:ext cx="1670756" cy="21739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123 bold </a:t>
            </a:r>
            <a:endParaRPr lang="en-AU" dirty="0">
              <a:solidFill>
                <a:schemeClr val="accent2"/>
              </a:solidFill>
            </a:endParaRPr>
          </a:p>
          <a:p>
            <a:r>
              <a:rPr lang="en-AU" sz="1400" dirty="0">
                <a:solidFill>
                  <a:srgbClr val="E1E1E1"/>
                </a:solidFill>
              </a:rPr>
              <a:t>Lorem ipsum sit </a:t>
            </a:r>
            <a:r>
              <a:rPr lang="en-AU" sz="1400" dirty="0" err="1">
                <a:solidFill>
                  <a:srgbClr val="E1E1E1"/>
                </a:solidFill>
              </a:rPr>
              <a:t>amet</a:t>
            </a:r>
            <a:r>
              <a:rPr lang="en-AU" sz="1400" dirty="0">
                <a:solidFill>
                  <a:srgbClr val="E1E1E1"/>
                </a:solidFill>
              </a:rPr>
              <a:t>, </a:t>
            </a:r>
            <a:r>
              <a:rPr lang="en-AU" sz="1400" dirty="0" err="1">
                <a:solidFill>
                  <a:srgbClr val="E1E1E1"/>
                </a:solidFill>
              </a:rPr>
              <a:t>conse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ctetur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adipiscing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dolor</a:t>
            </a:r>
            <a:r>
              <a:rPr lang="en-AU" sz="1400" dirty="0">
                <a:solidFill>
                  <a:srgbClr val="E1E1E1"/>
                </a:solidFill>
              </a:rPr>
              <a:t> sit </a:t>
            </a:r>
            <a:r>
              <a:rPr lang="en-AU" sz="1400" dirty="0" err="1">
                <a:solidFill>
                  <a:srgbClr val="E1E1E1"/>
                </a:solidFill>
              </a:rPr>
              <a:t>amet</a:t>
            </a:r>
            <a:r>
              <a:rPr lang="en-AU" sz="1400" dirty="0">
                <a:solidFill>
                  <a:srgbClr val="E1E1E1"/>
                </a:solidFill>
              </a:rPr>
              <a:t>, </a:t>
            </a:r>
            <a:r>
              <a:rPr lang="en-AU" sz="1400" dirty="0" err="1">
                <a:solidFill>
                  <a:srgbClr val="E1E1E1"/>
                </a:solidFill>
              </a:rPr>
              <a:t>conse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ctetur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adipiscing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endParaRPr lang="en-GB" sz="1400" dirty="0">
              <a:solidFill>
                <a:srgbClr val="E1E1E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A77745-023B-823E-33D8-84E62D18B6BA}"/>
              </a:ext>
            </a:extLst>
          </p:cNvPr>
          <p:cNvSpPr/>
          <p:nvPr/>
        </p:nvSpPr>
        <p:spPr>
          <a:xfrm>
            <a:off x="5152210" y="3272200"/>
            <a:ext cx="1670756" cy="21739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n-AU" sz="1400" dirty="0">
                <a:solidFill>
                  <a:srgbClr val="E1E1E1"/>
                </a:solidFill>
              </a:rPr>
              <a:t>Lorem ipsum sit </a:t>
            </a:r>
            <a:r>
              <a:rPr lang="en-AU" sz="1400" dirty="0" err="1">
                <a:solidFill>
                  <a:srgbClr val="E1E1E1"/>
                </a:solidFill>
              </a:rPr>
              <a:t>amet</a:t>
            </a:r>
            <a:r>
              <a:rPr lang="en-AU" sz="1400" dirty="0">
                <a:solidFill>
                  <a:srgbClr val="E1E1E1"/>
                </a:solidFill>
              </a:rPr>
              <a:t>, </a:t>
            </a:r>
            <a:r>
              <a:rPr lang="en-AU" sz="1400" dirty="0" err="1">
                <a:solidFill>
                  <a:srgbClr val="E1E1E1"/>
                </a:solidFill>
              </a:rPr>
              <a:t>conse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ctetur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adipiscing</a:t>
            </a:r>
            <a:endParaRPr lang="en-GB" sz="1400" dirty="0">
              <a:solidFill>
                <a:srgbClr val="E1E1E1"/>
              </a:solidFill>
              <a:ea typeface="Noto Sans" panose="020B0502040504020204" pitchFamily="34"/>
              <a:cs typeface="Noto Sans" panose="020B0502040504020204" pitchFamily="34"/>
            </a:endParaRPr>
          </a:p>
          <a:p>
            <a:r>
              <a:rPr lang="en-AU" b="1" dirty="0">
                <a:solidFill>
                  <a:schemeClr val="accent2"/>
                </a:solidFill>
                <a:latin typeface="+mj-lt"/>
              </a:rPr>
              <a:t>123 bold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D44821-F08B-C3C6-DAFC-A3A752245BAF}"/>
              </a:ext>
            </a:extLst>
          </p:cNvPr>
          <p:cNvSpPr/>
          <p:nvPr/>
        </p:nvSpPr>
        <p:spPr>
          <a:xfrm>
            <a:off x="7342271" y="3272200"/>
            <a:ext cx="1670756" cy="21739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123 bold </a:t>
            </a:r>
            <a:endParaRPr lang="en-AU" dirty="0">
              <a:solidFill>
                <a:schemeClr val="accent2"/>
              </a:solidFill>
            </a:endParaRPr>
          </a:p>
          <a:p>
            <a:r>
              <a:rPr lang="en-AU" sz="1400" dirty="0">
                <a:solidFill>
                  <a:srgbClr val="E1E1E1"/>
                </a:solidFill>
              </a:rPr>
              <a:t>Lorem ipsum sit </a:t>
            </a:r>
            <a:r>
              <a:rPr lang="en-AU" sz="1400" dirty="0" err="1">
                <a:solidFill>
                  <a:srgbClr val="E1E1E1"/>
                </a:solidFill>
              </a:rPr>
              <a:t>amet</a:t>
            </a:r>
            <a:r>
              <a:rPr lang="en-AU" sz="1400" dirty="0">
                <a:solidFill>
                  <a:srgbClr val="E1E1E1"/>
                </a:solidFill>
              </a:rPr>
              <a:t>, </a:t>
            </a:r>
            <a:r>
              <a:rPr lang="en-AU" sz="1400" dirty="0" err="1">
                <a:solidFill>
                  <a:srgbClr val="E1E1E1"/>
                </a:solidFill>
              </a:rPr>
              <a:t>conse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ctetur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adipiscing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dolor</a:t>
            </a:r>
            <a:r>
              <a:rPr lang="en-AU" sz="1400" dirty="0">
                <a:solidFill>
                  <a:srgbClr val="E1E1E1"/>
                </a:solidFill>
              </a:rPr>
              <a:t> sit </a:t>
            </a:r>
            <a:r>
              <a:rPr lang="en-AU" sz="1400" dirty="0" err="1">
                <a:solidFill>
                  <a:srgbClr val="E1E1E1"/>
                </a:solidFill>
              </a:rPr>
              <a:t>amet</a:t>
            </a:r>
            <a:r>
              <a:rPr lang="en-AU" sz="1400" dirty="0">
                <a:solidFill>
                  <a:srgbClr val="E1E1E1"/>
                </a:solidFill>
              </a:rPr>
              <a:t>, </a:t>
            </a:r>
            <a:r>
              <a:rPr lang="en-AU" sz="1400" dirty="0" err="1">
                <a:solidFill>
                  <a:srgbClr val="E1E1E1"/>
                </a:solidFill>
              </a:rPr>
              <a:t>conse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ctetur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adipiscing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endParaRPr lang="en-GB" sz="1400" dirty="0">
              <a:solidFill>
                <a:srgbClr val="E1E1E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F75455-2969-AD89-63EC-93A9C762CCED}"/>
              </a:ext>
            </a:extLst>
          </p:cNvPr>
          <p:cNvSpPr/>
          <p:nvPr/>
        </p:nvSpPr>
        <p:spPr>
          <a:xfrm>
            <a:off x="9559618" y="3272200"/>
            <a:ext cx="1670756" cy="21739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n-AU" sz="1400" dirty="0">
                <a:solidFill>
                  <a:srgbClr val="E1E1E1"/>
                </a:solidFill>
              </a:rPr>
              <a:t>Lorem ipsum sit </a:t>
            </a:r>
            <a:r>
              <a:rPr lang="en-AU" sz="1400" dirty="0" err="1">
                <a:solidFill>
                  <a:srgbClr val="E1E1E1"/>
                </a:solidFill>
              </a:rPr>
              <a:t>amet</a:t>
            </a:r>
            <a:r>
              <a:rPr lang="en-AU" sz="1400" dirty="0">
                <a:solidFill>
                  <a:srgbClr val="E1E1E1"/>
                </a:solidFill>
              </a:rPr>
              <a:t>, </a:t>
            </a:r>
            <a:r>
              <a:rPr lang="en-AU" sz="1400" dirty="0" err="1">
                <a:solidFill>
                  <a:srgbClr val="E1E1E1"/>
                </a:solidFill>
              </a:rPr>
              <a:t>conse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ctetur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adipiscing</a:t>
            </a:r>
            <a:endParaRPr lang="en-GB" sz="1400" dirty="0">
              <a:solidFill>
                <a:srgbClr val="E1E1E1"/>
              </a:solidFill>
              <a:ea typeface="Noto Sans" panose="020B0502040504020204" pitchFamily="34"/>
              <a:cs typeface="Noto Sans" panose="020B0502040504020204" pitchFamily="34"/>
            </a:endParaRPr>
          </a:p>
          <a:p>
            <a:r>
              <a:rPr lang="en-AU" b="1" dirty="0">
                <a:solidFill>
                  <a:schemeClr val="accent2"/>
                </a:solidFill>
                <a:latin typeface="+mj-lt"/>
              </a:rPr>
              <a:t>123 bold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23483D-86C6-D24A-4B8E-87B6516212AF}"/>
              </a:ext>
            </a:extLst>
          </p:cNvPr>
          <p:cNvSpPr/>
          <p:nvPr/>
        </p:nvSpPr>
        <p:spPr>
          <a:xfrm>
            <a:off x="777117" y="1968156"/>
            <a:ext cx="1075780" cy="10757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E59A77-0F71-3457-1710-F19632B402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76" r="4076"/>
          <a:stretch/>
        </p:blipFill>
        <p:spPr>
          <a:xfrm>
            <a:off x="1052547" y="2220772"/>
            <a:ext cx="513699" cy="55929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7D82F81-8C98-4EC4-796B-DD2BF0CB0012}"/>
              </a:ext>
            </a:extLst>
          </p:cNvPr>
          <p:cNvSpPr/>
          <p:nvPr/>
        </p:nvSpPr>
        <p:spPr>
          <a:xfrm>
            <a:off x="2964664" y="1968156"/>
            <a:ext cx="1075780" cy="10757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3B5341E-CEB0-41DD-7288-5E1796CE8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218921" y="2258060"/>
            <a:ext cx="567267" cy="56726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0091442-7520-86CE-9484-3BD84782007A}"/>
              </a:ext>
            </a:extLst>
          </p:cNvPr>
          <p:cNvSpPr/>
          <p:nvPr/>
        </p:nvSpPr>
        <p:spPr>
          <a:xfrm>
            <a:off x="5152211" y="1968156"/>
            <a:ext cx="1075780" cy="10757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3DA825E-55D8-2B75-9188-EB2424CFE2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391228" y="2184037"/>
            <a:ext cx="591820" cy="59182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12C1935-21C9-F3D0-E795-9D6F520639CE}"/>
              </a:ext>
            </a:extLst>
          </p:cNvPr>
          <p:cNvSpPr/>
          <p:nvPr/>
        </p:nvSpPr>
        <p:spPr>
          <a:xfrm>
            <a:off x="7339758" y="1968156"/>
            <a:ext cx="1075780" cy="10757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474BE03-356B-2F4C-E2D2-DAD973137A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618567" y="2208368"/>
            <a:ext cx="567489" cy="56748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4FBAB5E-D520-3E66-CC6B-0EBBC245DE52}"/>
              </a:ext>
            </a:extLst>
          </p:cNvPr>
          <p:cNvSpPr/>
          <p:nvPr/>
        </p:nvSpPr>
        <p:spPr>
          <a:xfrm>
            <a:off x="9527305" y="1968156"/>
            <a:ext cx="1075780" cy="10757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720A7CA-61CC-F687-FA99-26FF7536E5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765816" y="2159847"/>
            <a:ext cx="595223" cy="59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3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57B30-8603-B14C-9394-7E1793B981B1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AU" sz="1800" b="0" dirty="0" err="1"/>
              <a:t>Pelignis</a:t>
            </a:r>
            <a:r>
              <a:rPr lang="en-AU" sz="1800" b="0" dirty="0"/>
              <a:t> pores </a:t>
            </a:r>
            <a:r>
              <a:rPr lang="en-AU" sz="1800" b="0" dirty="0" err="1"/>
              <a:t>mosaper</a:t>
            </a:r>
            <a:r>
              <a:rPr lang="en-AU" sz="1800" b="0" dirty="0"/>
              <a:t> </a:t>
            </a:r>
            <a:r>
              <a:rPr lang="en-AU" sz="1800" b="0" dirty="0" err="1"/>
              <a:t>umquas</a:t>
            </a:r>
            <a:r>
              <a:rPr lang="en-AU" sz="1800" b="0" dirty="0"/>
              <a:t> </a:t>
            </a:r>
            <a:r>
              <a:rPr lang="en-AU" sz="1800" b="0" dirty="0" err="1"/>
              <a:t>velectiam</a:t>
            </a:r>
            <a:r>
              <a:rPr lang="en-AU" sz="1800" b="0" dirty="0"/>
              <a:t> </a:t>
            </a:r>
            <a:r>
              <a:rPr lang="en-AU" sz="1800" b="0" dirty="0" err="1"/>
              <a:t>fuga</a:t>
            </a:r>
            <a:r>
              <a:rPr lang="en-AU" sz="1800" b="0" dirty="0"/>
              <a:t>. </a:t>
            </a:r>
            <a:r>
              <a:rPr lang="en-AU" sz="1800" b="0" dirty="0" err="1"/>
              <a:t>Simpor</a:t>
            </a:r>
            <a:r>
              <a:rPr lang="en-AU" sz="1800" b="0" dirty="0"/>
              <a:t> </a:t>
            </a:r>
            <a:r>
              <a:rPr lang="en-AU" sz="1800" b="0" dirty="0" err="1"/>
              <a:t>autam</a:t>
            </a:r>
            <a:r>
              <a:rPr lang="en-AU" sz="1800" b="0" dirty="0"/>
              <a:t> id </a:t>
            </a:r>
            <a:r>
              <a:rPr lang="en-AU" sz="1800" b="0" dirty="0" err="1"/>
              <a:t>eosandu</a:t>
            </a:r>
            <a:r>
              <a:rPr lang="en-AU" sz="1800" b="0" dirty="0"/>
              <a:t> </a:t>
            </a:r>
            <a:br>
              <a:rPr lang="en-AU" sz="1800" b="0" dirty="0"/>
            </a:br>
            <a:r>
              <a:rPr lang="en-AU" sz="1800" b="0" dirty="0" err="1"/>
              <a:t>ndundiscia</a:t>
            </a:r>
            <a:r>
              <a:rPr lang="en-AU" sz="1800" b="0" dirty="0"/>
              <a:t> </a:t>
            </a:r>
            <a:r>
              <a:rPr lang="en-AU" sz="1800" b="0" dirty="0" err="1"/>
              <a:t>solorepta</a:t>
            </a:r>
            <a:r>
              <a:rPr lang="en-AU" sz="1800" b="0" dirty="0"/>
              <a:t> </a:t>
            </a:r>
            <a:r>
              <a:rPr lang="en-AU" sz="1800" b="0" dirty="0" err="1"/>
              <a:t>aut</a:t>
            </a:r>
            <a:r>
              <a:rPr lang="en-AU" sz="1800" b="0" dirty="0"/>
              <a:t> </a:t>
            </a:r>
            <a:r>
              <a:rPr lang="en-AU" sz="1800" b="0" dirty="0" err="1"/>
              <a:t>quae</a:t>
            </a:r>
            <a:r>
              <a:rPr lang="en-AU" sz="1800" b="0" dirty="0"/>
              <a:t> peri </a:t>
            </a:r>
            <a:r>
              <a:rPr lang="en-AU" sz="1800" b="0" dirty="0" err="1"/>
              <a:t>aut</a:t>
            </a:r>
            <a:r>
              <a:rPr lang="en-AU" sz="1800" b="0" dirty="0"/>
              <a:t> illume </a:t>
            </a:r>
            <a:r>
              <a:rPr lang="en-AU" sz="1800" b="0" dirty="0" err="1"/>
              <a:t>praecto</a:t>
            </a:r>
            <a:r>
              <a:rPr lang="en-AU" sz="1800" b="0" dirty="0"/>
              <a:t> </a:t>
            </a:r>
            <a:r>
              <a:rPr lang="en-AU" sz="1800" b="0" dirty="0" err="1"/>
              <a:t>dolorer</a:t>
            </a:r>
            <a:r>
              <a:rPr lang="en-AU" sz="1800" b="0" dirty="0"/>
              <a:t> </a:t>
            </a:r>
            <a:r>
              <a:rPr lang="en-AU" sz="1800" b="0" dirty="0" err="1"/>
              <a:t>itatiusa</a:t>
            </a:r>
            <a:r>
              <a:rPr lang="en-AU" sz="1800" b="0" dirty="0"/>
              <a:t> </a:t>
            </a:r>
            <a:r>
              <a:rPr lang="en-AU" sz="1800" b="0" dirty="0" err="1"/>
              <a:t>sam.</a:t>
            </a:r>
            <a:endParaRPr lang="en-US" sz="1800" b="0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C4904CA-91FC-BA46-9130-593926EA780A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3010039238"/>
              </p:ext>
            </p:extLst>
          </p:nvPr>
        </p:nvGraphicFramePr>
        <p:xfrm>
          <a:off x="627063" y="2508250"/>
          <a:ext cx="10845800" cy="3114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160">
                  <a:extLst>
                    <a:ext uri="{9D8B030D-6E8A-4147-A177-3AD203B41FA5}">
                      <a16:colId xmlns:a16="http://schemas.microsoft.com/office/drawing/2014/main" val="1454249893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2145336373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3944583572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105089718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2898847809"/>
                    </a:ext>
                  </a:extLst>
                </a:gridCol>
              </a:tblGrid>
              <a:tr h="432437">
                <a:tc>
                  <a:txBody>
                    <a:bodyPr/>
                    <a:lstStyle/>
                    <a:p>
                      <a:r>
                        <a:rPr lang="en-US" sz="1400" b="0" dirty="0"/>
                        <a:t>Table heading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9041127"/>
                  </a:ext>
                </a:extLst>
              </a:tr>
              <a:tr h="536380">
                <a:tc>
                  <a:txBody>
                    <a:bodyPr/>
                    <a:lstStyle/>
                    <a:p>
                      <a:r>
                        <a:rPr lang="en-US" sz="1400" b="0" dirty="0"/>
                        <a:t>Table copy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02917"/>
                  </a:ext>
                </a:extLst>
              </a:tr>
              <a:tr h="536380"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099208"/>
                  </a:ext>
                </a:extLst>
              </a:tr>
              <a:tr h="536380"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1541"/>
                  </a:ext>
                </a:extLst>
              </a:tr>
              <a:tr h="536380"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914977"/>
                  </a:ext>
                </a:extLst>
              </a:tr>
              <a:tr h="5363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Table copy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608281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CCE4E4F-FA16-004B-BA04-BF49569C0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4641F-EF8B-2D4B-9DCA-4B9D0A5AA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Subheading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103AD-1D0E-5BA3-660C-BC1DD4354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9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34">
            <a:extLst>
              <a:ext uri="{FF2B5EF4-FFF2-40B4-BE49-F238E27FC236}">
                <a16:creationId xmlns:a16="http://schemas.microsoft.com/office/drawing/2014/main" id="{75293842-0D2E-6809-56B3-01A7A0A14541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64FF06-E1C3-5444-A753-71963B20D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Heading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363A8228-4BF1-072E-64D1-F1227AE114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sz="2000" dirty="0"/>
              <a:t>Title</a:t>
            </a:r>
          </a:p>
          <a:p>
            <a:r>
              <a:rPr lang="en-AU" sz="1400" dirty="0" err="1"/>
              <a:t>Musaperchil</a:t>
            </a:r>
            <a:r>
              <a:rPr lang="en-AU" sz="1400" dirty="0"/>
              <a:t> </a:t>
            </a:r>
            <a:r>
              <a:rPr lang="en-AU" sz="1400" dirty="0" err="1"/>
              <a:t>ilis</a:t>
            </a:r>
            <a:r>
              <a:rPr lang="en-AU" sz="1400" dirty="0"/>
              <a:t> sit </a:t>
            </a:r>
            <a:r>
              <a:rPr lang="en-AU" sz="1400" dirty="0" err="1"/>
              <a:t>audae</a:t>
            </a:r>
            <a:r>
              <a:rPr lang="en-AU" sz="1400" dirty="0"/>
              <a:t> </a:t>
            </a:r>
            <a:r>
              <a:rPr lang="en-AU" sz="1400" dirty="0" err="1"/>
              <a:t>eostrum</a:t>
            </a:r>
            <a:r>
              <a:rPr lang="en-AU" sz="1400" dirty="0"/>
              <a:t> </a:t>
            </a:r>
            <a:r>
              <a:rPr lang="en-AU" sz="1400" dirty="0" err="1"/>
              <a:t>laut</a:t>
            </a:r>
            <a:r>
              <a:rPr lang="en-AU" sz="1400" dirty="0"/>
              <a:t> </a:t>
            </a:r>
            <a:r>
              <a:rPr lang="en-AU" sz="1400" dirty="0" err="1"/>
              <a:t>untis</a:t>
            </a:r>
            <a:r>
              <a:rPr lang="en-AU" sz="1400" dirty="0"/>
              <a:t> accus </a:t>
            </a:r>
            <a:r>
              <a:rPr lang="en-AU" sz="1400" dirty="0" err="1"/>
              <a:t>magnima</a:t>
            </a:r>
            <a:r>
              <a:rPr lang="en-AU" sz="1400" dirty="0"/>
              <a:t> </a:t>
            </a:r>
            <a:r>
              <a:rPr lang="en-AU" sz="1400" dirty="0" err="1"/>
              <a:t>vendel</a:t>
            </a:r>
            <a:r>
              <a:rPr lang="en-AU" sz="1400" dirty="0"/>
              <a:t> </a:t>
            </a:r>
            <a:r>
              <a:rPr lang="en-AU" sz="1400" dirty="0" err="1"/>
              <a:t>maio</a:t>
            </a:r>
            <a:r>
              <a:rPr lang="en-AU" sz="1400" dirty="0"/>
              <a:t> </a:t>
            </a:r>
            <a:r>
              <a:rPr lang="en-AU" sz="1400" dirty="0" err="1"/>
              <a:t>inulpa</a:t>
            </a:r>
            <a:br>
              <a:rPr lang="en-AU" sz="1400" dirty="0"/>
            </a:br>
            <a:r>
              <a:rPr lang="en-AU" sz="1400" dirty="0"/>
              <a:t>rum voles sit, se </a:t>
            </a:r>
            <a:r>
              <a:rPr lang="en-AU" sz="1400" dirty="0" err="1"/>
              <a:t>porro</a:t>
            </a:r>
            <a:r>
              <a:rPr lang="en-AU" sz="1400" dirty="0"/>
              <a:t> </a:t>
            </a:r>
            <a:r>
              <a:rPr lang="en-AU" sz="1400" dirty="0" err="1"/>
              <a:t>quam</a:t>
            </a:r>
            <a:r>
              <a:rPr lang="en-AU" sz="1400" dirty="0"/>
              <a:t> </a:t>
            </a:r>
            <a:r>
              <a:rPr lang="en-AU" sz="1400" dirty="0" err="1"/>
              <a:t>endenti</a:t>
            </a:r>
            <a:r>
              <a:rPr lang="en-AU" sz="1400" dirty="0"/>
              <a:t> </a:t>
            </a:r>
            <a:r>
              <a:rPr lang="en-AU" sz="1400" dirty="0" err="1"/>
              <a:t>urisquatur</a:t>
            </a:r>
            <a:endParaRPr lang="en-AU" sz="140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3A6E0E0-2007-E125-930C-220979D7A49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AU" sz="2000" dirty="0">
                <a:solidFill>
                  <a:schemeClr val="accent2"/>
                </a:solidFill>
              </a:rPr>
              <a:t>Title</a:t>
            </a:r>
          </a:p>
          <a:p>
            <a:r>
              <a:rPr lang="en-AU" sz="1400" dirty="0" err="1"/>
              <a:t>Musaperchil</a:t>
            </a:r>
            <a:r>
              <a:rPr lang="en-AU" sz="1400" dirty="0"/>
              <a:t> </a:t>
            </a:r>
            <a:r>
              <a:rPr lang="en-AU" sz="1400" dirty="0" err="1"/>
              <a:t>ilis</a:t>
            </a:r>
            <a:r>
              <a:rPr lang="en-AU" sz="1400" dirty="0"/>
              <a:t> sit </a:t>
            </a:r>
            <a:r>
              <a:rPr lang="en-AU" sz="1400" dirty="0" err="1"/>
              <a:t>audae</a:t>
            </a:r>
            <a:r>
              <a:rPr lang="en-AU" sz="1400" dirty="0"/>
              <a:t> </a:t>
            </a:r>
            <a:r>
              <a:rPr lang="en-AU" sz="1400" dirty="0" err="1"/>
              <a:t>eostrum</a:t>
            </a:r>
            <a:r>
              <a:rPr lang="en-AU" sz="1400" dirty="0"/>
              <a:t> </a:t>
            </a:r>
            <a:r>
              <a:rPr lang="en-AU" sz="1400" dirty="0" err="1"/>
              <a:t>laut</a:t>
            </a:r>
            <a:r>
              <a:rPr lang="en-AU" sz="1400" dirty="0"/>
              <a:t> </a:t>
            </a:r>
            <a:r>
              <a:rPr lang="en-AU" sz="1400" dirty="0" err="1"/>
              <a:t>untis</a:t>
            </a:r>
            <a:r>
              <a:rPr lang="en-AU" sz="1400" dirty="0"/>
              <a:t> accus </a:t>
            </a:r>
            <a:r>
              <a:rPr lang="en-AU" sz="1400" dirty="0" err="1"/>
              <a:t>magnima</a:t>
            </a:r>
            <a:r>
              <a:rPr lang="en-AU" sz="1400" dirty="0"/>
              <a:t> </a:t>
            </a:r>
            <a:r>
              <a:rPr lang="en-AU" sz="1400" dirty="0" err="1"/>
              <a:t>vendel</a:t>
            </a:r>
            <a:r>
              <a:rPr lang="en-AU" sz="1400" dirty="0"/>
              <a:t> </a:t>
            </a:r>
            <a:r>
              <a:rPr lang="en-AU" sz="1400" dirty="0" err="1"/>
              <a:t>maio</a:t>
            </a:r>
            <a:r>
              <a:rPr lang="en-AU" sz="1400" dirty="0"/>
              <a:t> </a:t>
            </a:r>
            <a:r>
              <a:rPr lang="en-AU" sz="1400" dirty="0" err="1"/>
              <a:t>inulpa</a:t>
            </a:r>
            <a:br>
              <a:rPr lang="en-AU" sz="1400" dirty="0"/>
            </a:br>
            <a:r>
              <a:rPr lang="en-AU" sz="1400" dirty="0"/>
              <a:t>rum voles sit, se </a:t>
            </a:r>
            <a:r>
              <a:rPr lang="en-AU" sz="1400" dirty="0" err="1"/>
              <a:t>porro</a:t>
            </a:r>
            <a:r>
              <a:rPr lang="en-AU" sz="1400" dirty="0"/>
              <a:t> </a:t>
            </a:r>
            <a:r>
              <a:rPr lang="en-AU" sz="1400" dirty="0" err="1"/>
              <a:t>quam</a:t>
            </a:r>
            <a:r>
              <a:rPr lang="en-AU" sz="1400" dirty="0"/>
              <a:t> </a:t>
            </a:r>
            <a:r>
              <a:rPr lang="en-AU" sz="1400" dirty="0" err="1"/>
              <a:t>endenti</a:t>
            </a:r>
            <a:r>
              <a:rPr lang="en-AU" sz="1400" dirty="0"/>
              <a:t> </a:t>
            </a:r>
            <a:r>
              <a:rPr lang="en-AU" sz="1400" dirty="0" err="1"/>
              <a:t>urisquatur</a:t>
            </a:r>
            <a:endParaRPr lang="en-AU" sz="140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BCB1AE6-5E0C-7690-E2AC-4D3C24B549C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AU" sz="2000" dirty="0"/>
              <a:t>Title</a:t>
            </a:r>
          </a:p>
          <a:p>
            <a:r>
              <a:rPr lang="en-AU" sz="1400" dirty="0" err="1"/>
              <a:t>Musaperchil</a:t>
            </a:r>
            <a:r>
              <a:rPr lang="en-AU" sz="1400" dirty="0"/>
              <a:t> </a:t>
            </a:r>
            <a:r>
              <a:rPr lang="en-AU" sz="1400" dirty="0" err="1"/>
              <a:t>ilis</a:t>
            </a:r>
            <a:r>
              <a:rPr lang="en-AU" sz="1400" dirty="0"/>
              <a:t> sit </a:t>
            </a:r>
            <a:r>
              <a:rPr lang="en-AU" sz="1400" dirty="0" err="1"/>
              <a:t>audae</a:t>
            </a:r>
            <a:r>
              <a:rPr lang="en-AU" sz="1400" dirty="0"/>
              <a:t> </a:t>
            </a:r>
            <a:r>
              <a:rPr lang="en-AU" sz="1400" dirty="0" err="1"/>
              <a:t>eostrum</a:t>
            </a:r>
            <a:r>
              <a:rPr lang="en-AU" sz="1400" dirty="0"/>
              <a:t> </a:t>
            </a:r>
            <a:r>
              <a:rPr lang="en-AU" sz="1400" dirty="0" err="1"/>
              <a:t>laut</a:t>
            </a:r>
            <a:r>
              <a:rPr lang="en-AU" sz="1400" dirty="0"/>
              <a:t> </a:t>
            </a:r>
            <a:r>
              <a:rPr lang="en-AU" sz="1400" dirty="0" err="1"/>
              <a:t>untis</a:t>
            </a:r>
            <a:r>
              <a:rPr lang="en-AU" sz="1400" dirty="0"/>
              <a:t> accus </a:t>
            </a:r>
            <a:r>
              <a:rPr lang="en-AU" sz="1400" dirty="0" err="1"/>
              <a:t>magnima</a:t>
            </a:r>
            <a:r>
              <a:rPr lang="en-AU" sz="1400" dirty="0"/>
              <a:t> </a:t>
            </a:r>
            <a:r>
              <a:rPr lang="en-AU" sz="1400" dirty="0" err="1"/>
              <a:t>vendel</a:t>
            </a:r>
            <a:r>
              <a:rPr lang="en-AU" sz="1400" dirty="0"/>
              <a:t> </a:t>
            </a:r>
            <a:r>
              <a:rPr lang="en-AU" sz="1400" dirty="0" err="1"/>
              <a:t>maio</a:t>
            </a:r>
            <a:r>
              <a:rPr lang="en-AU" sz="1400" dirty="0"/>
              <a:t> </a:t>
            </a:r>
            <a:r>
              <a:rPr lang="en-AU" sz="1400" dirty="0" err="1"/>
              <a:t>inulpa</a:t>
            </a:r>
            <a:br>
              <a:rPr lang="en-AU" sz="1400" dirty="0"/>
            </a:br>
            <a:r>
              <a:rPr lang="en-AU" sz="1400" dirty="0"/>
              <a:t>rum voles sit, se </a:t>
            </a:r>
            <a:r>
              <a:rPr lang="en-AU" sz="1400" dirty="0" err="1"/>
              <a:t>porro</a:t>
            </a:r>
            <a:r>
              <a:rPr lang="en-AU" sz="1400" dirty="0"/>
              <a:t> </a:t>
            </a:r>
            <a:r>
              <a:rPr lang="en-AU" sz="1400" dirty="0" err="1"/>
              <a:t>quam</a:t>
            </a:r>
            <a:r>
              <a:rPr lang="en-AU" sz="1400" dirty="0"/>
              <a:t> </a:t>
            </a:r>
            <a:r>
              <a:rPr lang="en-AU" sz="1400" dirty="0" err="1"/>
              <a:t>endenti</a:t>
            </a:r>
            <a:r>
              <a:rPr lang="en-AU" sz="1400" dirty="0"/>
              <a:t> </a:t>
            </a:r>
            <a:r>
              <a:rPr lang="en-AU" sz="1400" dirty="0" err="1"/>
              <a:t>urisquatur</a:t>
            </a:r>
            <a:endParaRPr lang="en-AU" sz="1400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A818428-D9A8-D5C7-B180-17B09E4CAE7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AU" sz="2000" dirty="0"/>
              <a:t>Title</a:t>
            </a:r>
          </a:p>
          <a:p>
            <a:r>
              <a:rPr lang="en-AU" sz="1400" dirty="0" err="1"/>
              <a:t>Musaperchil</a:t>
            </a:r>
            <a:r>
              <a:rPr lang="en-AU" sz="1400" dirty="0"/>
              <a:t> </a:t>
            </a:r>
            <a:r>
              <a:rPr lang="en-AU" sz="1400" dirty="0" err="1"/>
              <a:t>ilis</a:t>
            </a:r>
            <a:r>
              <a:rPr lang="en-AU" sz="1400" dirty="0"/>
              <a:t> sit </a:t>
            </a:r>
            <a:r>
              <a:rPr lang="en-AU" sz="1400" dirty="0" err="1"/>
              <a:t>audae</a:t>
            </a:r>
            <a:r>
              <a:rPr lang="en-AU" sz="1400" dirty="0"/>
              <a:t> </a:t>
            </a:r>
            <a:r>
              <a:rPr lang="en-AU" sz="1400" dirty="0" err="1"/>
              <a:t>eostrum</a:t>
            </a:r>
            <a:r>
              <a:rPr lang="en-AU" sz="1400" dirty="0"/>
              <a:t> </a:t>
            </a:r>
            <a:r>
              <a:rPr lang="en-AU" sz="1400" dirty="0" err="1"/>
              <a:t>laut</a:t>
            </a:r>
            <a:r>
              <a:rPr lang="en-AU" sz="1400" dirty="0"/>
              <a:t> </a:t>
            </a:r>
            <a:r>
              <a:rPr lang="en-AU" sz="1400" dirty="0" err="1"/>
              <a:t>untis</a:t>
            </a:r>
            <a:r>
              <a:rPr lang="en-AU" sz="1400" dirty="0"/>
              <a:t> accus </a:t>
            </a:r>
            <a:r>
              <a:rPr lang="en-AU" sz="1400" dirty="0" err="1"/>
              <a:t>magnima</a:t>
            </a:r>
            <a:r>
              <a:rPr lang="en-AU" sz="1400" dirty="0"/>
              <a:t> </a:t>
            </a:r>
            <a:r>
              <a:rPr lang="en-AU" sz="1400" dirty="0" err="1"/>
              <a:t>vendel</a:t>
            </a:r>
            <a:r>
              <a:rPr lang="en-AU" sz="1400" dirty="0"/>
              <a:t> </a:t>
            </a:r>
            <a:r>
              <a:rPr lang="en-AU" sz="1400" dirty="0" err="1"/>
              <a:t>maio</a:t>
            </a:r>
            <a:r>
              <a:rPr lang="en-AU" sz="1400" dirty="0"/>
              <a:t> </a:t>
            </a:r>
            <a:r>
              <a:rPr lang="en-AU" sz="1400" dirty="0" err="1"/>
              <a:t>inulpa</a:t>
            </a:r>
            <a:br>
              <a:rPr lang="en-AU" sz="1400" dirty="0"/>
            </a:br>
            <a:r>
              <a:rPr lang="en-AU" sz="1400" dirty="0"/>
              <a:t>rum voles sit, se </a:t>
            </a:r>
            <a:r>
              <a:rPr lang="en-AU" sz="1400" dirty="0" err="1"/>
              <a:t>porro</a:t>
            </a:r>
            <a:r>
              <a:rPr lang="en-AU" sz="1400" dirty="0"/>
              <a:t> </a:t>
            </a:r>
            <a:r>
              <a:rPr lang="en-AU" sz="1400" dirty="0" err="1"/>
              <a:t>quam</a:t>
            </a:r>
            <a:r>
              <a:rPr lang="en-AU" sz="1400" dirty="0"/>
              <a:t> </a:t>
            </a:r>
            <a:r>
              <a:rPr lang="en-AU" sz="1400" dirty="0" err="1"/>
              <a:t>endenti</a:t>
            </a:r>
            <a:r>
              <a:rPr lang="en-AU" sz="1400" dirty="0"/>
              <a:t> </a:t>
            </a:r>
            <a:r>
              <a:rPr lang="en-AU" sz="1400" dirty="0" err="1"/>
              <a:t>urisquatur</a:t>
            </a:r>
            <a:endParaRPr lang="en-AU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D6E7B2-9D62-C4DF-23BD-B68E5FDDDD63}"/>
              </a:ext>
            </a:extLst>
          </p:cNvPr>
          <p:cNvSpPr/>
          <p:nvPr/>
        </p:nvSpPr>
        <p:spPr>
          <a:xfrm>
            <a:off x="10573684" y="0"/>
            <a:ext cx="540000" cy="5400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35714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FB7219-7492-7C62-FBC6-9A314550895A}"/>
              </a:ext>
            </a:extLst>
          </p:cNvPr>
          <p:cNvSpPr/>
          <p:nvPr/>
        </p:nvSpPr>
        <p:spPr>
          <a:xfrm>
            <a:off x="11113684" y="530942"/>
            <a:ext cx="540000" cy="54000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35714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69C9EEA-69AE-6EB1-275A-DE483336D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38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DC71F-6746-6F42-1CC2-C488D2A14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Testimonials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D63DD-35E1-213B-9300-771F414A0BA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36266" y="1176812"/>
            <a:ext cx="6401843" cy="49854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Subheading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AC0396-261B-FAF9-2453-A3996BE416E7}"/>
              </a:ext>
            </a:extLst>
          </p:cNvPr>
          <p:cNvSpPr txBox="1"/>
          <p:nvPr/>
        </p:nvSpPr>
        <p:spPr>
          <a:xfrm>
            <a:off x="2422570" y="2678237"/>
            <a:ext cx="2398116" cy="226215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en-AU" dirty="0">
                <a:solidFill>
                  <a:schemeClr val="bg1"/>
                </a:solidFill>
              </a:rPr>
              <a:t>Lorem ipsum </a:t>
            </a:r>
            <a:r>
              <a:rPr lang="en-AU" dirty="0" err="1">
                <a:solidFill>
                  <a:schemeClr val="bg1"/>
                </a:solidFill>
              </a:rPr>
              <a:t>dolor</a:t>
            </a:r>
            <a:r>
              <a:rPr lang="en-AU" dirty="0">
                <a:solidFill>
                  <a:schemeClr val="bg1"/>
                </a:solidFill>
              </a:rPr>
              <a:t> sit </a:t>
            </a:r>
            <a:r>
              <a:rPr lang="en-AU" dirty="0" err="1">
                <a:solidFill>
                  <a:schemeClr val="bg1"/>
                </a:solidFill>
              </a:rPr>
              <a:t>amet</a:t>
            </a:r>
            <a:r>
              <a:rPr lang="en-AU" dirty="0">
                <a:solidFill>
                  <a:schemeClr val="bg1"/>
                </a:solidFill>
              </a:rPr>
              <a:t>, </a:t>
            </a:r>
            <a:r>
              <a:rPr lang="en-AU" dirty="0" err="1">
                <a:solidFill>
                  <a:schemeClr val="bg1"/>
                </a:solidFill>
              </a:rPr>
              <a:t>conse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ctetur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adipiscing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elit</a:t>
            </a:r>
            <a:r>
              <a:rPr lang="en-AU" dirty="0">
                <a:solidFill>
                  <a:schemeClr val="bg1"/>
                </a:solidFill>
              </a:rPr>
              <a:t>, sed do </a:t>
            </a:r>
            <a:r>
              <a:rPr lang="en-AU" dirty="0" err="1">
                <a:solidFill>
                  <a:schemeClr val="bg1"/>
                </a:solidFill>
              </a:rPr>
              <a:t>eiusmod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tempor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incididunt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ut</a:t>
            </a:r>
            <a:r>
              <a:rPr lang="en-AU" dirty="0">
                <a:solidFill>
                  <a:schemeClr val="bg1"/>
                </a:solidFill>
              </a:rPr>
              <a:t> labore et dolore magna </a:t>
            </a:r>
            <a:r>
              <a:rPr lang="en-AU" dirty="0" err="1">
                <a:solidFill>
                  <a:schemeClr val="bg1"/>
                </a:solidFill>
              </a:rPr>
              <a:t>aliqua</a:t>
            </a:r>
            <a:r>
              <a:rPr lang="en-AU" dirty="0">
                <a:solidFill>
                  <a:schemeClr val="bg1"/>
                </a:solidFill>
              </a:rPr>
              <a:t>.</a:t>
            </a:r>
          </a:p>
          <a:p>
            <a:pPr lvl="0">
              <a:defRPr/>
            </a:pPr>
            <a:r>
              <a:rPr lang="en-AU" sz="16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Name Surname</a:t>
            </a:r>
          </a:p>
          <a:p>
            <a:pPr lvl="0">
              <a:defRPr/>
            </a:pPr>
            <a:r>
              <a:rPr lang="en-AU" sz="12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Position</a:t>
            </a:r>
            <a:r>
              <a:rPr lang="en-GB" sz="12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 / Course</a:t>
            </a:r>
            <a:endParaRPr lang="en-AU" sz="12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05DDBB-0251-A68A-08B6-F0193BE3E58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850661" y="2425353"/>
            <a:ext cx="434659" cy="4043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1BD307B-FDB2-1B1F-A085-3D24B5BB173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2972" y="4671270"/>
            <a:ext cx="434659" cy="4043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DF20EDD-D0C6-EC55-0A9F-0CC491FB2631}"/>
              </a:ext>
            </a:extLst>
          </p:cNvPr>
          <p:cNvSpPr txBox="1"/>
          <p:nvPr/>
        </p:nvSpPr>
        <p:spPr>
          <a:xfrm>
            <a:off x="8207517" y="4221524"/>
            <a:ext cx="3451009" cy="170816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en-AU" dirty="0">
                <a:solidFill>
                  <a:schemeClr val="bg1"/>
                </a:solidFill>
              </a:rPr>
              <a:t>Lorem ipsum </a:t>
            </a:r>
            <a:r>
              <a:rPr lang="en-AU" dirty="0" err="1">
                <a:solidFill>
                  <a:schemeClr val="bg1"/>
                </a:solidFill>
              </a:rPr>
              <a:t>dolor</a:t>
            </a:r>
            <a:r>
              <a:rPr lang="en-AU" dirty="0">
                <a:solidFill>
                  <a:schemeClr val="bg1"/>
                </a:solidFill>
              </a:rPr>
              <a:t> sit </a:t>
            </a:r>
            <a:r>
              <a:rPr lang="en-AU" dirty="0" err="1">
                <a:solidFill>
                  <a:schemeClr val="bg1"/>
                </a:solidFill>
              </a:rPr>
              <a:t>amet</a:t>
            </a:r>
            <a:r>
              <a:rPr lang="en-AU" dirty="0">
                <a:solidFill>
                  <a:schemeClr val="bg1"/>
                </a:solidFill>
              </a:rPr>
              <a:t>, </a:t>
            </a:r>
            <a:r>
              <a:rPr lang="en-AU" dirty="0" err="1">
                <a:solidFill>
                  <a:schemeClr val="bg1"/>
                </a:solidFill>
              </a:rPr>
              <a:t>conse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ctetur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adipiscing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elit</a:t>
            </a:r>
            <a:r>
              <a:rPr lang="en-AU" dirty="0">
                <a:solidFill>
                  <a:schemeClr val="bg1"/>
                </a:solidFill>
              </a:rPr>
              <a:t>, sed do </a:t>
            </a:r>
            <a:r>
              <a:rPr lang="en-AU" dirty="0" err="1">
                <a:solidFill>
                  <a:schemeClr val="bg1"/>
                </a:solidFill>
              </a:rPr>
              <a:t>eiusmod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tempor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incididunt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ut</a:t>
            </a:r>
            <a:r>
              <a:rPr lang="en-AU" dirty="0">
                <a:solidFill>
                  <a:schemeClr val="bg1"/>
                </a:solidFill>
              </a:rPr>
              <a:t> labore et dolore magna </a:t>
            </a:r>
            <a:r>
              <a:rPr lang="en-AU" dirty="0" err="1">
                <a:solidFill>
                  <a:schemeClr val="bg1"/>
                </a:solidFill>
              </a:rPr>
              <a:t>aliqua</a:t>
            </a:r>
            <a:r>
              <a:rPr lang="en-AU" dirty="0">
                <a:solidFill>
                  <a:schemeClr val="bg1"/>
                </a:solidFill>
              </a:rPr>
              <a:t>.</a:t>
            </a:r>
          </a:p>
          <a:p>
            <a:pPr lvl="0">
              <a:defRPr/>
            </a:pPr>
            <a:r>
              <a:rPr lang="en-AU" sz="16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Name Surname</a:t>
            </a:r>
          </a:p>
          <a:p>
            <a:pPr lvl="0">
              <a:defRPr/>
            </a:pPr>
            <a:r>
              <a:rPr lang="en-AU" sz="12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Position</a:t>
            </a:r>
            <a:r>
              <a:rPr lang="en-GB" sz="12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 / Course</a:t>
            </a:r>
            <a:endParaRPr lang="en-AU" sz="12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A79B0E-CB9D-DB63-0C36-E2AD7B8C532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635609" y="3968640"/>
            <a:ext cx="434659" cy="4043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EB1B632-7DD2-5604-94B9-603A752469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4569" y="5597934"/>
            <a:ext cx="434659" cy="4043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ECA502-3A08-B9CC-5D16-5F35B8C9F1EF}"/>
              </a:ext>
            </a:extLst>
          </p:cNvPr>
          <p:cNvSpPr txBox="1"/>
          <p:nvPr/>
        </p:nvSpPr>
        <p:spPr>
          <a:xfrm>
            <a:off x="7090867" y="1430161"/>
            <a:ext cx="3451009" cy="170816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en-AU" dirty="0">
                <a:solidFill>
                  <a:schemeClr val="bg1"/>
                </a:solidFill>
              </a:rPr>
              <a:t>Lorem ipsum </a:t>
            </a:r>
            <a:r>
              <a:rPr lang="en-AU" dirty="0" err="1">
                <a:solidFill>
                  <a:schemeClr val="bg1"/>
                </a:solidFill>
              </a:rPr>
              <a:t>dolor</a:t>
            </a:r>
            <a:r>
              <a:rPr lang="en-AU" dirty="0">
                <a:solidFill>
                  <a:schemeClr val="bg1"/>
                </a:solidFill>
              </a:rPr>
              <a:t> sit </a:t>
            </a:r>
            <a:r>
              <a:rPr lang="en-AU" dirty="0" err="1">
                <a:solidFill>
                  <a:schemeClr val="bg1"/>
                </a:solidFill>
              </a:rPr>
              <a:t>amet</a:t>
            </a:r>
            <a:r>
              <a:rPr lang="en-AU" dirty="0">
                <a:solidFill>
                  <a:schemeClr val="bg1"/>
                </a:solidFill>
              </a:rPr>
              <a:t>, </a:t>
            </a:r>
            <a:r>
              <a:rPr lang="en-AU" dirty="0" err="1">
                <a:solidFill>
                  <a:schemeClr val="bg1"/>
                </a:solidFill>
              </a:rPr>
              <a:t>conse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ctetur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adipiscing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elit</a:t>
            </a:r>
            <a:r>
              <a:rPr lang="en-AU" dirty="0">
                <a:solidFill>
                  <a:schemeClr val="bg1"/>
                </a:solidFill>
              </a:rPr>
              <a:t>, sed do </a:t>
            </a:r>
            <a:r>
              <a:rPr lang="en-AU" dirty="0" err="1">
                <a:solidFill>
                  <a:schemeClr val="bg1"/>
                </a:solidFill>
              </a:rPr>
              <a:t>eiusmod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tempor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incididunt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ut</a:t>
            </a:r>
            <a:r>
              <a:rPr lang="en-AU" dirty="0">
                <a:solidFill>
                  <a:schemeClr val="bg1"/>
                </a:solidFill>
              </a:rPr>
              <a:t> labore et dolore magna </a:t>
            </a:r>
            <a:r>
              <a:rPr lang="en-AU" dirty="0" err="1">
                <a:solidFill>
                  <a:schemeClr val="bg1"/>
                </a:solidFill>
              </a:rPr>
              <a:t>aliqua</a:t>
            </a:r>
            <a:r>
              <a:rPr lang="en-AU" dirty="0">
                <a:solidFill>
                  <a:schemeClr val="bg1"/>
                </a:solidFill>
              </a:rPr>
              <a:t>.</a:t>
            </a:r>
          </a:p>
          <a:p>
            <a:pPr lvl="0">
              <a:defRPr/>
            </a:pPr>
            <a:r>
              <a:rPr lang="en-AU" sz="16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Name Surname</a:t>
            </a:r>
          </a:p>
          <a:p>
            <a:pPr lvl="0">
              <a:defRPr/>
            </a:pPr>
            <a:r>
              <a:rPr lang="en-AU" sz="12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Position</a:t>
            </a:r>
            <a:r>
              <a:rPr lang="en-GB" sz="12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 / Course</a:t>
            </a:r>
            <a:endParaRPr lang="en-AU" sz="12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E2F714-A337-096B-4A39-09B80237097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6518959" y="1177277"/>
            <a:ext cx="434659" cy="4043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AB6EB8-9CD9-BB35-EF40-140E244E7EE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7919" y="2806571"/>
            <a:ext cx="434659" cy="404334"/>
          </a:xfrm>
          <a:prstGeom prst="rect">
            <a:avLst/>
          </a:prstGeom>
        </p:spPr>
      </p:pic>
      <p:pic>
        <p:nvPicPr>
          <p:cNvPr id="20" name="Picture 19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C03FF013-95CA-6443-F5F5-C6377BCCC5D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365" y="2575220"/>
            <a:ext cx="1414020" cy="1414020"/>
          </a:xfrm>
          <a:prstGeom prst="ellipse">
            <a:avLst/>
          </a:prstGeom>
        </p:spPr>
      </p:pic>
      <p:pic>
        <p:nvPicPr>
          <p:cNvPr id="23" name="Picture 22" descr="A person with blonde hair&#10;&#10;Description automatically generated">
            <a:extLst>
              <a:ext uri="{FF2B5EF4-FFF2-40B4-BE49-F238E27FC236}">
                <a16:creationId xmlns:a16="http://schemas.microsoft.com/office/drawing/2014/main" id="{FA736697-F468-F470-11CD-8EF27CD2045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94988" y="1327144"/>
            <a:ext cx="1414020" cy="1414020"/>
          </a:xfrm>
          <a:prstGeom prst="ellipse">
            <a:avLst/>
          </a:prstGeom>
        </p:spPr>
      </p:pic>
      <p:pic>
        <p:nvPicPr>
          <p:cNvPr id="25" name="Picture 24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80F95376-CA69-5B9A-A5AB-0F7D5772F2D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19953" y="4116735"/>
            <a:ext cx="1414020" cy="1414020"/>
          </a:xfrm>
          <a:prstGeom prst="ellipse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0D030-EC87-C6A4-08D7-FD1848212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0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35BDDDA-CF1E-5548-ADE1-8FB4DB8FF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01950" y="1806030"/>
            <a:ext cx="0" cy="2707604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Placeholder 34">
            <a:extLst>
              <a:ext uri="{FF2B5EF4-FFF2-40B4-BE49-F238E27FC236}">
                <a16:creationId xmlns:a16="http://schemas.microsoft.com/office/drawing/2014/main" id="{C2B25B3E-7C8B-2C1E-2F3A-6CBC30255246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E3FA7-037C-E147-836A-A5B844F4689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noFill/>
        </p:spPr>
        <p:txBody>
          <a:bodyPr/>
          <a:lstStyle/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4B58A7-471A-D54C-87E8-50973B8D2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A06175AC-43FB-D31B-431B-6DF76BD5F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Subheading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D71D558-EF0A-CF3D-20C0-48E605142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25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32024A-71B5-364A-9C04-AEA9384BA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823714"/>
            <a:ext cx="12192000" cy="0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E3BD5FE0-D209-B742-A3F4-C637A5929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1335" y="2202440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CF61D9D-70FC-7240-835B-879950BED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1335" y="3148328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D70AAA3-895C-9349-9F9D-32FC2C4E8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1335" y="4094216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4CD6194-692D-F246-848D-AEBE87CD3D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59632" y="2368336"/>
            <a:ext cx="298288" cy="2982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C0D20A-47CB-754C-E8E7-030DD231AAE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15941" y="3266692"/>
            <a:ext cx="380829" cy="3818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68E8C7-C4D4-3617-BC28-2F438595D74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0351" b="10351"/>
          <a:stretch/>
        </p:blipFill>
        <p:spPr>
          <a:xfrm>
            <a:off x="809346" y="4252943"/>
            <a:ext cx="395482" cy="31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6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57904CA-379F-C87E-BDFD-832CC49F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5102003" y="1909142"/>
            <a:ext cx="1980000" cy="19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1041ED-3A3B-4610-8CEF-73A672C2D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21021" y="1909142"/>
            <a:ext cx="1980000" cy="19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12,345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004C5A-38EE-D077-0ECB-6367EB8F5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2911512" y="1909142"/>
            <a:ext cx="1980000" cy="198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AU" sz="1400" dirty="0" err="1">
                <a:solidFill>
                  <a:schemeClr val="bg1"/>
                </a:solidFill>
              </a:rPr>
              <a:t>Consed</a:t>
            </a:r>
            <a:r>
              <a:rPr lang="en-AU" sz="1400" dirty="0">
                <a:solidFill>
                  <a:schemeClr val="bg1"/>
                </a:solidFill>
              </a:rPr>
              <a:t> </a:t>
            </a:r>
            <a:r>
              <a:rPr lang="en-AU" sz="1400" dirty="0" err="1">
                <a:solidFill>
                  <a:schemeClr val="bg1"/>
                </a:solidFill>
              </a:rPr>
              <a:t>ente</a:t>
            </a:r>
            <a:r>
              <a:rPr lang="en-AU" sz="1400" dirty="0">
                <a:solidFill>
                  <a:schemeClr val="bg1"/>
                </a:solidFill>
              </a:rPr>
              <a:t> </a:t>
            </a:r>
            <a:r>
              <a:rPr lang="en-AU" sz="1400" dirty="0" err="1">
                <a:solidFill>
                  <a:schemeClr val="bg1"/>
                </a:solidFill>
              </a:rPr>
              <a:t>quassi</a:t>
            </a:r>
            <a:endParaRPr lang="en-AU" sz="1400" dirty="0">
              <a:solidFill>
                <a:schemeClr val="bg1"/>
              </a:solidFill>
            </a:endParaRPr>
          </a:p>
          <a:p>
            <a:pPr algn="ctr"/>
            <a:r>
              <a:rPr lang="en-AU" sz="1400" dirty="0" err="1">
                <a:solidFill>
                  <a:schemeClr val="bg1"/>
                </a:solidFill>
              </a:rPr>
              <a:t>digenectus</a:t>
            </a:r>
            <a:r>
              <a:rPr lang="en-AU" sz="1400" dirty="0">
                <a:solidFill>
                  <a:schemeClr val="bg1"/>
                </a:solidFill>
              </a:rPr>
              <a:t>, </a:t>
            </a:r>
            <a:r>
              <a:rPr lang="en-AU" sz="1400" dirty="0" err="1">
                <a:solidFill>
                  <a:schemeClr val="bg1"/>
                </a:solidFill>
              </a:rPr>
              <a:t>quodi</a:t>
            </a:r>
            <a:r>
              <a:rPr lang="en-AU" sz="1400" dirty="0">
                <a:solidFill>
                  <a:schemeClr val="bg1"/>
                </a:solidFill>
              </a:rPr>
              <a:t> </a:t>
            </a:r>
            <a:r>
              <a:rPr lang="en-AU" sz="1400" dirty="0" err="1">
                <a:solidFill>
                  <a:schemeClr val="bg1"/>
                </a:solidFill>
              </a:rPr>
              <a:t>ommollupta</a:t>
            </a:r>
            <a:endParaRPr lang="en-AU" sz="1400" dirty="0">
              <a:solidFill>
                <a:schemeClr val="bg1"/>
              </a:solidFill>
            </a:endParaRPr>
          </a:p>
          <a:p>
            <a:pPr algn="ctr"/>
            <a:r>
              <a:rPr lang="en-AU" sz="1400" dirty="0" err="1">
                <a:solidFill>
                  <a:schemeClr val="bg1"/>
                </a:solidFill>
              </a:rPr>
              <a:t>volore</a:t>
            </a:r>
            <a:r>
              <a:rPr lang="en-AU" sz="1400" dirty="0">
                <a:solidFill>
                  <a:schemeClr val="bg1"/>
                </a:solidFill>
              </a:rPr>
              <a:t> </a:t>
            </a:r>
            <a:r>
              <a:rPr lang="en-AU" sz="1400" dirty="0" err="1">
                <a:solidFill>
                  <a:schemeClr val="bg1"/>
                </a:solidFill>
              </a:rPr>
              <a:t>cus</a:t>
            </a:r>
            <a:r>
              <a:rPr lang="en-AU" sz="1400" dirty="0">
                <a:solidFill>
                  <a:schemeClr val="bg1"/>
                </a:solidFill>
              </a:rPr>
              <a:t> </a:t>
            </a:r>
            <a:r>
              <a:rPr lang="en-AU" sz="1400" dirty="0" err="1">
                <a:solidFill>
                  <a:schemeClr val="bg1"/>
                </a:solidFill>
              </a:rPr>
              <a:t>adi</a:t>
            </a:r>
            <a:r>
              <a:rPr lang="en-AU" sz="1400" dirty="0">
                <a:solidFill>
                  <a:schemeClr val="bg1"/>
                </a:solidFill>
              </a:rPr>
              <a:t> </a:t>
            </a:r>
            <a:r>
              <a:rPr lang="en-AU" sz="1400" dirty="0" err="1">
                <a:solidFill>
                  <a:schemeClr val="bg1"/>
                </a:solidFill>
              </a:rPr>
              <a:t>dictureius</a:t>
            </a:r>
            <a:r>
              <a:rPr lang="en-AU" sz="1400" dirty="0">
                <a:solidFill>
                  <a:schemeClr val="bg1"/>
                </a:solidFill>
              </a:rPr>
              <a:t> mi,</a:t>
            </a:r>
          </a:p>
          <a:p>
            <a:pPr algn="ctr"/>
            <a:r>
              <a:rPr lang="en-AU" sz="1400" dirty="0" err="1">
                <a:solidFill>
                  <a:schemeClr val="bg1"/>
                </a:solidFill>
              </a:rPr>
              <a:t>quas</a:t>
            </a:r>
            <a:r>
              <a:rPr lang="en-AU" sz="1400" dirty="0">
                <a:solidFill>
                  <a:schemeClr val="bg1"/>
                </a:solidFill>
              </a:rPr>
              <a:t> </a:t>
            </a:r>
            <a:r>
              <a:rPr lang="en-AU" sz="1400" dirty="0" err="1">
                <a:solidFill>
                  <a:schemeClr val="bg1"/>
                </a:solidFill>
              </a:rPr>
              <a:t>aliciaTem</a:t>
            </a:r>
            <a:r>
              <a:rPr lang="en-AU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E392EE-42CB-3080-F087-853785FF8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292494" y="1909142"/>
            <a:ext cx="1980000" cy="198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AU" sz="2400" dirty="0">
                <a:solidFill>
                  <a:schemeClr val="bg1"/>
                </a:solidFill>
              </a:rPr>
              <a:t>“Example </a:t>
            </a:r>
            <a:br>
              <a:rPr lang="en-AU" sz="2400" dirty="0">
                <a:solidFill>
                  <a:schemeClr val="bg1"/>
                </a:solidFill>
              </a:rPr>
            </a:br>
            <a:r>
              <a:rPr lang="en-AU" sz="2400" dirty="0">
                <a:solidFill>
                  <a:schemeClr val="bg1"/>
                </a:solidFill>
              </a:rPr>
              <a:t>of a </a:t>
            </a:r>
            <a:br>
              <a:rPr lang="en-AU" sz="2400" dirty="0">
                <a:solidFill>
                  <a:schemeClr val="bg1"/>
                </a:solidFill>
              </a:rPr>
            </a:br>
            <a:r>
              <a:rPr lang="en-AU" sz="2400" dirty="0">
                <a:solidFill>
                  <a:schemeClr val="bg1"/>
                </a:solidFill>
              </a:rPr>
              <a:t>Pull quote”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D921C0-FEA3-7E37-A807-4190310E3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9482983" y="1909142"/>
            <a:ext cx="1980000" cy="19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90AAF7-FFE7-ACE5-8125-F1AFF9AED99F}"/>
              </a:ext>
            </a:extLst>
          </p:cNvPr>
          <p:cNvSpPr txBox="1"/>
          <p:nvPr/>
        </p:nvSpPr>
        <p:spPr>
          <a:xfrm>
            <a:off x="726112" y="4119641"/>
            <a:ext cx="1785939" cy="138499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defRPr/>
            </a:pPr>
            <a:r>
              <a:rPr lang="en-AU" sz="1400" dirty="0"/>
              <a:t>Lorem ipsum </a:t>
            </a:r>
            <a:r>
              <a:rPr lang="en-AU" sz="1400" dirty="0" err="1"/>
              <a:t>dolor</a:t>
            </a:r>
            <a:r>
              <a:rPr lang="en-AU" sz="1400" dirty="0"/>
              <a:t> sit </a:t>
            </a:r>
            <a:r>
              <a:rPr lang="en-AU" sz="1400" dirty="0" err="1"/>
              <a:t>amet</a:t>
            </a:r>
            <a:r>
              <a:rPr lang="en-AU" sz="1400" dirty="0"/>
              <a:t>, </a:t>
            </a:r>
            <a:r>
              <a:rPr lang="en-AU" sz="1400" dirty="0" err="1"/>
              <a:t>conse</a:t>
            </a:r>
            <a:r>
              <a:rPr lang="en-AU" sz="1400" dirty="0"/>
              <a:t> </a:t>
            </a:r>
            <a:r>
              <a:rPr lang="en-AU" sz="1400" dirty="0" err="1"/>
              <a:t>ctetur</a:t>
            </a:r>
            <a:r>
              <a:rPr lang="en-AU" sz="1400" dirty="0"/>
              <a:t> </a:t>
            </a:r>
            <a:r>
              <a:rPr lang="en-AU" sz="1400" dirty="0" err="1"/>
              <a:t>adipiscing</a:t>
            </a:r>
            <a:r>
              <a:rPr lang="en-AU" sz="1400" dirty="0"/>
              <a:t> </a:t>
            </a:r>
            <a:r>
              <a:rPr lang="en-AU" sz="1400" dirty="0" err="1"/>
              <a:t>elit</a:t>
            </a:r>
            <a:r>
              <a:rPr lang="en-AU" sz="1400" dirty="0"/>
              <a:t>, sed do </a:t>
            </a:r>
            <a:r>
              <a:rPr lang="en-AU" sz="1400" dirty="0" err="1"/>
              <a:t>eiusmod</a:t>
            </a:r>
            <a:r>
              <a:rPr lang="en-AU" sz="1400" dirty="0"/>
              <a:t> </a:t>
            </a:r>
            <a:r>
              <a:rPr lang="en-AU" sz="1400" dirty="0" err="1"/>
              <a:t>tempor</a:t>
            </a:r>
            <a:r>
              <a:rPr lang="en-AU" sz="1400" dirty="0"/>
              <a:t> </a:t>
            </a:r>
            <a:r>
              <a:rPr lang="en-AU" sz="1400" dirty="0" err="1"/>
              <a:t>incididunt</a:t>
            </a:r>
            <a:r>
              <a:rPr lang="en-AU" sz="1400" dirty="0"/>
              <a:t> </a:t>
            </a:r>
            <a:r>
              <a:rPr lang="en-AU" sz="1400" dirty="0" err="1"/>
              <a:t>ut</a:t>
            </a:r>
            <a:r>
              <a:rPr lang="en-AU" sz="1400" dirty="0"/>
              <a:t> labore et dolore magna </a:t>
            </a:r>
            <a:r>
              <a:rPr lang="en-AU" sz="1400" dirty="0" err="1"/>
              <a:t>aliqua</a:t>
            </a:r>
            <a:r>
              <a:rPr lang="en-AU" sz="1400" dirty="0"/>
              <a:t>.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90BA6C-BD7A-32D3-E37B-C8F6BE155B63}"/>
              </a:ext>
            </a:extLst>
          </p:cNvPr>
          <p:cNvSpPr txBox="1"/>
          <p:nvPr/>
        </p:nvSpPr>
        <p:spPr>
          <a:xfrm>
            <a:off x="2911512" y="4119641"/>
            <a:ext cx="1785939" cy="138499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defRPr/>
            </a:pPr>
            <a:r>
              <a:rPr lang="en-AU" sz="1400" dirty="0"/>
              <a:t>Lorem ipsum </a:t>
            </a:r>
            <a:r>
              <a:rPr lang="en-AU" sz="1400" dirty="0" err="1"/>
              <a:t>dolor</a:t>
            </a:r>
            <a:r>
              <a:rPr lang="en-AU" sz="1400" dirty="0"/>
              <a:t> sit </a:t>
            </a:r>
            <a:r>
              <a:rPr lang="en-AU" sz="1400" dirty="0" err="1"/>
              <a:t>amet</a:t>
            </a:r>
            <a:r>
              <a:rPr lang="en-AU" sz="1400" dirty="0"/>
              <a:t>, </a:t>
            </a:r>
            <a:r>
              <a:rPr lang="en-AU" sz="1400" dirty="0" err="1"/>
              <a:t>coctns</a:t>
            </a:r>
            <a:r>
              <a:rPr lang="en-AU" sz="1400" dirty="0"/>
              <a:t> </a:t>
            </a:r>
            <a:r>
              <a:rPr lang="en-AU" sz="1400" dirty="0" err="1"/>
              <a:t>eetur</a:t>
            </a:r>
            <a:r>
              <a:rPr lang="en-AU" sz="1400" dirty="0"/>
              <a:t> </a:t>
            </a:r>
            <a:r>
              <a:rPr lang="en-AU" sz="1400" dirty="0" err="1"/>
              <a:t>adipiscing</a:t>
            </a:r>
            <a:r>
              <a:rPr lang="en-AU" sz="1400" dirty="0"/>
              <a:t> </a:t>
            </a:r>
            <a:r>
              <a:rPr lang="en-AU" sz="1400" dirty="0" err="1"/>
              <a:t>elit</a:t>
            </a:r>
            <a:r>
              <a:rPr lang="en-AU" sz="1400" dirty="0"/>
              <a:t>, sed do </a:t>
            </a:r>
            <a:r>
              <a:rPr lang="en-AU" sz="1400" dirty="0" err="1"/>
              <a:t>eiusmod</a:t>
            </a:r>
            <a:r>
              <a:rPr lang="en-AU" sz="1400" dirty="0"/>
              <a:t> </a:t>
            </a:r>
            <a:r>
              <a:rPr lang="en-AU" sz="1400" dirty="0" err="1"/>
              <a:t>tempor</a:t>
            </a:r>
            <a:r>
              <a:rPr lang="en-AU" sz="1400" dirty="0"/>
              <a:t> </a:t>
            </a:r>
            <a:r>
              <a:rPr lang="en-AU" sz="1400" dirty="0" err="1"/>
              <a:t>incididunt</a:t>
            </a:r>
            <a:r>
              <a:rPr lang="en-AU" sz="1400" dirty="0"/>
              <a:t> </a:t>
            </a:r>
            <a:r>
              <a:rPr lang="en-AU" sz="1400" dirty="0" err="1"/>
              <a:t>ut</a:t>
            </a:r>
            <a:r>
              <a:rPr lang="en-AU" sz="1400" dirty="0"/>
              <a:t> labore et dolore magna </a:t>
            </a:r>
            <a:r>
              <a:rPr lang="en-AU" sz="1400" dirty="0" err="1"/>
              <a:t>aliqua</a:t>
            </a:r>
            <a:r>
              <a:rPr lang="en-AU" sz="1400" dirty="0"/>
              <a:t>.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226387-06DD-CBBC-F8C5-4FD76417ECCC}"/>
              </a:ext>
            </a:extLst>
          </p:cNvPr>
          <p:cNvSpPr txBox="1"/>
          <p:nvPr/>
        </p:nvSpPr>
        <p:spPr>
          <a:xfrm>
            <a:off x="5120740" y="4119641"/>
            <a:ext cx="1785939" cy="138499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defRPr/>
            </a:pPr>
            <a:r>
              <a:rPr lang="en-AU" sz="1400" dirty="0"/>
              <a:t>Lorem ipsum </a:t>
            </a:r>
            <a:r>
              <a:rPr lang="en-AU" sz="1400" dirty="0" err="1"/>
              <a:t>dolor</a:t>
            </a:r>
            <a:r>
              <a:rPr lang="en-AU" sz="1400" dirty="0"/>
              <a:t> sit </a:t>
            </a:r>
            <a:r>
              <a:rPr lang="en-AU" sz="1400" dirty="0" err="1"/>
              <a:t>amet</a:t>
            </a:r>
            <a:r>
              <a:rPr lang="en-AU" sz="1400" dirty="0"/>
              <a:t>, cons </a:t>
            </a:r>
            <a:r>
              <a:rPr lang="en-AU" sz="1400" dirty="0" err="1"/>
              <a:t>ectetur</a:t>
            </a:r>
            <a:r>
              <a:rPr lang="en-AU" sz="1400" dirty="0"/>
              <a:t> </a:t>
            </a:r>
            <a:r>
              <a:rPr lang="en-AU" sz="1400" dirty="0" err="1"/>
              <a:t>adipiscing</a:t>
            </a:r>
            <a:r>
              <a:rPr lang="en-AU" sz="1400" dirty="0"/>
              <a:t> </a:t>
            </a:r>
            <a:r>
              <a:rPr lang="en-AU" sz="1400" dirty="0" err="1"/>
              <a:t>elit</a:t>
            </a:r>
            <a:r>
              <a:rPr lang="en-AU" sz="1400" dirty="0"/>
              <a:t>, sed do </a:t>
            </a:r>
            <a:r>
              <a:rPr lang="en-AU" sz="1400" dirty="0" err="1"/>
              <a:t>eiusmod</a:t>
            </a:r>
            <a:r>
              <a:rPr lang="en-AU" sz="1400" dirty="0"/>
              <a:t> </a:t>
            </a:r>
            <a:r>
              <a:rPr lang="en-AU" sz="1400" dirty="0" err="1"/>
              <a:t>tempor</a:t>
            </a:r>
            <a:r>
              <a:rPr lang="en-AU" sz="1400" dirty="0"/>
              <a:t> </a:t>
            </a:r>
            <a:r>
              <a:rPr lang="en-AU" sz="1400" dirty="0" err="1"/>
              <a:t>incididunt</a:t>
            </a:r>
            <a:r>
              <a:rPr lang="en-AU" sz="1400" dirty="0"/>
              <a:t> </a:t>
            </a:r>
            <a:r>
              <a:rPr lang="en-AU" sz="1400" dirty="0" err="1"/>
              <a:t>ut</a:t>
            </a:r>
            <a:r>
              <a:rPr lang="en-AU" sz="1400" dirty="0"/>
              <a:t> labore et dolore magna </a:t>
            </a:r>
            <a:r>
              <a:rPr lang="en-AU" sz="1400" dirty="0" err="1"/>
              <a:t>aliqua</a:t>
            </a:r>
            <a:r>
              <a:rPr lang="en-AU" sz="1400" dirty="0"/>
              <a:t>.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1AA703-8F2B-2FBA-034D-ADF58785B464}"/>
              </a:ext>
            </a:extLst>
          </p:cNvPr>
          <p:cNvSpPr txBox="1"/>
          <p:nvPr/>
        </p:nvSpPr>
        <p:spPr>
          <a:xfrm>
            <a:off x="7307262" y="4119641"/>
            <a:ext cx="1785939" cy="138499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defRPr/>
            </a:pPr>
            <a:r>
              <a:rPr lang="en-AU" sz="1400" dirty="0"/>
              <a:t>Lorem ipsum </a:t>
            </a:r>
            <a:r>
              <a:rPr lang="en-AU" sz="1400" dirty="0" err="1"/>
              <a:t>dolor</a:t>
            </a:r>
            <a:r>
              <a:rPr lang="en-AU" sz="1400" dirty="0"/>
              <a:t> sit </a:t>
            </a:r>
            <a:r>
              <a:rPr lang="en-AU" sz="1400" dirty="0" err="1"/>
              <a:t>amet</a:t>
            </a:r>
            <a:r>
              <a:rPr lang="en-AU" sz="1400" dirty="0"/>
              <a:t>, cons </a:t>
            </a:r>
            <a:r>
              <a:rPr lang="en-AU" sz="1400" dirty="0" err="1"/>
              <a:t>ectetur</a:t>
            </a:r>
            <a:r>
              <a:rPr lang="en-AU" sz="1400" dirty="0"/>
              <a:t> </a:t>
            </a:r>
            <a:r>
              <a:rPr lang="en-AU" sz="1400" dirty="0" err="1"/>
              <a:t>adipiscing</a:t>
            </a:r>
            <a:r>
              <a:rPr lang="en-AU" sz="1400" dirty="0"/>
              <a:t> </a:t>
            </a:r>
            <a:r>
              <a:rPr lang="en-AU" sz="1400" dirty="0" err="1"/>
              <a:t>elit</a:t>
            </a:r>
            <a:r>
              <a:rPr lang="en-AU" sz="1400" dirty="0"/>
              <a:t>, sed do </a:t>
            </a:r>
            <a:r>
              <a:rPr lang="en-AU" sz="1400" dirty="0" err="1"/>
              <a:t>eiusmod</a:t>
            </a:r>
            <a:r>
              <a:rPr lang="en-AU" sz="1400" dirty="0"/>
              <a:t> </a:t>
            </a:r>
            <a:r>
              <a:rPr lang="en-AU" sz="1400" dirty="0" err="1"/>
              <a:t>tempor</a:t>
            </a:r>
            <a:r>
              <a:rPr lang="en-AU" sz="1400" dirty="0"/>
              <a:t> </a:t>
            </a:r>
            <a:r>
              <a:rPr lang="en-AU" sz="1400" dirty="0" err="1"/>
              <a:t>incididunt</a:t>
            </a:r>
            <a:r>
              <a:rPr lang="en-AU" sz="1400" dirty="0"/>
              <a:t> </a:t>
            </a:r>
            <a:r>
              <a:rPr lang="en-AU" sz="1400" dirty="0" err="1"/>
              <a:t>ut</a:t>
            </a:r>
            <a:r>
              <a:rPr lang="en-AU" sz="1400" dirty="0"/>
              <a:t> labore et dolore magna </a:t>
            </a:r>
            <a:r>
              <a:rPr lang="en-AU" sz="1400" dirty="0" err="1"/>
              <a:t>aliqua</a:t>
            </a:r>
            <a:r>
              <a:rPr lang="en-AU" sz="1400" dirty="0"/>
              <a:t>.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F6721F-C162-82E0-AE20-1E2F9AE992C0}"/>
              </a:ext>
            </a:extLst>
          </p:cNvPr>
          <p:cNvSpPr txBox="1"/>
          <p:nvPr/>
        </p:nvSpPr>
        <p:spPr>
          <a:xfrm>
            <a:off x="9501455" y="4119641"/>
            <a:ext cx="1785939" cy="138499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defRPr/>
            </a:pPr>
            <a:r>
              <a:rPr lang="en-AU" sz="1400" dirty="0"/>
              <a:t>Lorem ipsum </a:t>
            </a:r>
            <a:r>
              <a:rPr lang="en-AU" sz="1400" dirty="0" err="1"/>
              <a:t>dolor</a:t>
            </a:r>
            <a:r>
              <a:rPr lang="en-AU" sz="1400" dirty="0"/>
              <a:t> sit </a:t>
            </a:r>
            <a:r>
              <a:rPr lang="en-AU" sz="1400" dirty="0" err="1"/>
              <a:t>amet</a:t>
            </a:r>
            <a:r>
              <a:rPr lang="en-AU" sz="1400" dirty="0"/>
              <a:t>, cons </a:t>
            </a:r>
            <a:r>
              <a:rPr lang="en-AU" sz="1400" dirty="0" err="1"/>
              <a:t>ectetur</a:t>
            </a:r>
            <a:r>
              <a:rPr lang="en-AU" sz="1400" dirty="0"/>
              <a:t> </a:t>
            </a:r>
            <a:r>
              <a:rPr lang="en-AU" sz="1400" dirty="0" err="1"/>
              <a:t>adipiscing</a:t>
            </a:r>
            <a:r>
              <a:rPr lang="en-AU" sz="1400" dirty="0"/>
              <a:t> </a:t>
            </a:r>
            <a:r>
              <a:rPr lang="en-AU" sz="1400" dirty="0" err="1"/>
              <a:t>elit</a:t>
            </a:r>
            <a:r>
              <a:rPr lang="en-AU" sz="1400" dirty="0"/>
              <a:t>, sed do </a:t>
            </a:r>
            <a:r>
              <a:rPr lang="en-AU" sz="1400" dirty="0" err="1"/>
              <a:t>eiusmod</a:t>
            </a:r>
            <a:r>
              <a:rPr lang="en-AU" sz="1400" dirty="0"/>
              <a:t> </a:t>
            </a:r>
            <a:r>
              <a:rPr lang="en-AU" sz="1400" dirty="0" err="1"/>
              <a:t>tempor</a:t>
            </a:r>
            <a:r>
              <a:rPr lang="en-AU" sz="1400" dirty="0"/>
              <a:t> </a:t>
            </a:r>
            <a:r>
              <a:rPr lang="en-AU" sz="1400" dirty="0" err="1"/>
              <a:t>incididunt</a:t>
            </a:r>
            <a:r>
              <a:rPr lang="en-AU" sz="1400" dirty="0"/>
              <a:t> </a:t>
            </a:r>
            <a:r>
              <a:rPr lang="en-AU" sz="1400" dirty="0" err="1"/>
              <a:t>ut</a:t>
            </a:r>
            <a:r>
              <a:rPr lang="en-AU" sz="1400" dirty="0"/>
              <a:t> labore et dolore magna </a:t>
            </a:r>
            <a:r>
              <a:rPr lang="en-AU" sz="1400" dirty="0" err="1"/>
              <a:t>aliqua</a:t>
            </a:r>
            <a:r>
              <a:rPr lang="en-AU" sz="1400" dirty="0"/>
              <a:t>.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0C38B82-0E9B-A844-BB35-E8F488449A6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76768" y="2371104"/>
            <a:ext cx="1073653" cy="105607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AD4DABB-12C5-B10D-1766-F91F67F64F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919591" y="2375662"/>
            <a:ext cx="1080190" cy="10801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270E5B-41FC-5DF5-CA1D-EBD27BB5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97189-A4F5-46A1-F30F-42A9A9125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Subheading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2A2E1-96EF-F771-3C0D-B0322182C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2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F78F173-6536-7DDC-DB05-6910068FA7CD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 cstate="screen">
              <a:alphaModFix am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17714F-ED55-A16C-5E4D-E507DD95E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4080" y="2040703"/>
            <a:ext cx="3463048" cy="3463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FD2C4-4B35-0B4B-9EA9-E24CE740E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3238" y="2040703"/>
            <a:ext cx="3463048" cy="3463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10C7A2-721B-5749-9F55-3D451C949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4477" y="2040703"/>
            <a:ext cx="3463048" cy="3463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4F183-2ADD-724D-8FC6-478D40E5A26E}"/>
              </a:ext>
            </a:extLst>
          </p:cNvPr>
          <p:cNvSpPr txBox="1"/>
          <p:nvPr/>
        </p:nvSpPr>
        <p:spPr>
          <a:xfrm>
            <a:off x="1458132" y="2623010"/>
            <a:ext cx="1958215" cy="64633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12,345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5D9A5-F263-8740-8880-0968B99812FF}"/>
              </a:ext>
            </a:extLst>
          </p:cNvPr>
          <p:cNvSpPr txBox="1"/>
          <p:nvPr/>
        </p:nvSpPr>
        <p:spPr>
          <a:xfrm>
            <a:off x="705716" y="3386939"/>
            <a:ext cx="3463048" cy="18789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en-AU" dirty="0" err="1">
                <a:solidFill>
                  <a:schemeClr val="bg1"/>
                </a:solidFill>
              </a:rPr>
              <a:t>Consed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ente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quassi</a:t>
            </a:r>
            <a:endParaRPr lang="en-AU" dirty="0">
              <a:solidFill>
                <a:schemeClr val="bg1"/>
              </a:solidFill>
            </a:endParaRPr>
          </a:p>
          <a:p>
            <a:pPr algn="ctr"/>
            <a:r>
              <a:rPr lang="en-AU" dirty="0" err="1">
                <a:solidFill>
                  <a:schemeClr val="bg1"/>
                </a:solidFill>
              </a:rPr>
              <a:t>digenectus</a:t>
            </a:r>
            <a:r>
              <a:rPr lang="en-AU" dirty="0">
                <a:solidFill>
                  <a:schemeClr val="bg1"/>
                </a:solidFill>
              </a:rPr>
              <a:t>, </a:t>
            </a:r>
            <a:r>
              <a:rPr lang="en-AU" dirty="0" err="1">
                <a:solidFill>
                  <a:schemeClr val="bg1"/>
                </a:solidFill>
              </a:rPr>
              <a:t>quodi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ommoll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upta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volore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cus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adi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dicture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ius</a:t>
            </a:r>
            <a:r>
              <a:rPr lang="en-AU" dirty="0">
                <a:solidFill>
                  <a:schemeClr val="bg1"/>
                </a:solidFill>
              </a:rPr>
              <a:t> mi, </a:t>
            </a:r>
            <a:r>
              <a:rPr lang="en-AU" dirty="0" err="1">
                <a:solidFill>
                  <a:schemeClr val="bg1"/>
                </a:solidFill>
              </a:rPr>
              <a:t>quas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aliciaTem</a:t>
            </a:r>
            <a:r>
              <a:rPr lang="en-AU" dirty="0">
                <a:solidFill>
                  <a:schemeClr val="bg1"/>
                </a:solidFill>
              </a:rPr>
              <a:t>. 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Quaeria</a:t>
            </a:r>
            <a:r>
              <a:rPr lang="en-AU" dirty="0">
                <a:solidFill>
                  <a:schemeClr val="bg1"/>
                </a:solidFill>
              </a:rPr>
              <a:t> dolore, et </a:t>
            </a:r>
            <a:r>
              <a:rPr lang="en-AU" dirty="0" err="1">
                <a:solidFill>
                  <a:schemeClr val="bg1"/>
                </a:solidFill>
              </a:rPr>
              <a:t>invel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85FBF-9CF4-6E48-8C6C-3D1F77AFEFAF}"/>
              </a:ext>
            </a:extLst>
          </p:cNvPr>
          <p:cNvSpPr txBox="1"/>
          <p:nvPr/>
        </p:nvSpPr>
        <p:spPr>
          <a:xfrm>
            <a:off x="8775654" y="2623010"/>
            <a:ext cx="1958215" cy="64633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+303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E29F5B-A7BA-054F-958B-B73AC016857A}"/>
              </a:ext>
            </a:extLst>
          </p:cNvPr>
          <p:cNvSpPr txBox="1"/>
          <p:nvPr/>
        </p:nvSpPr>
        <p:spPr>
          <a:xfrm>
            <a:off x="8023238" y="3386939"/>
            <a:ext cx="3463048" cy="18789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en-AU" dirty="0" err="1">
                <a:solidFill>
                  <a:schemeClr val="bg1"/>
                </a:solidFill>
              </a:rPr>
              <a:t>Consed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ente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quassi</a:t>
            </a:r>
            <a:endParaRPr lang="en-AU" dirty="0">
              <a:solidFill>
                <a:schemeClr val="bg1"/>
              </a:solidFill>
            </a:endParaRPr>
          </a:p>
          <a:p>
            <a:pPr algn="ctr"/>
            <a:r>
              <a:rPr lang="en-AU" dirty="0" err="1">
                <a:solidFill>
                  <a:schemeClr val="bg1"/>
                </a:solidFill>
              </a:rPr>
              <a:t>digenectus</a:t>
            </a:r>
            <a:r>
              <a:rPr lang="en-AU" dirty="0">
                <a:solidFill>
                  <a:schemeClr val="bg1"/>
                </a:solidFill>
              </a:rPr>
              <a:t>, </a:t>
            </a:r>
            <a:r>
              <a:rPr lang="en-AU" dirty="0" err="1">
                <a:solidFill>
                  <a:schemeClr val="bg1"/>
                </a:solidFill>
              </a:rPr>
              <a:t>quodi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ommoll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upta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volore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cus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adi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dicture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ius</a:t>
            </a:r>
            <a:r>
              <a:rPr lang="en-AU" dirty="0">
                <a:solidFill>
                  <a:schemeClr val="bg1"/>
                </a:solidFill>
              </a:rPr>
              <a:t> mi, </a:t>
            </a:r>
            <a:r>
              <a:rPr lang="en-AU" dirty="0" err="1">
                <a:solidFill>
                  <a:schemeClr val="bg1"/>
                </a:solidFill>
              </a:rPr>
              <a:t>quas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aliciaTem</a:t>
            </a:r>
            <a:r>
              <a:rPr lang="en-AU" dirty="0">
                <a:solidFill>
                  <a:schemeClr val="bg1"/>
                </a:solidFill>
              </a:rPr>
              <a:t>. 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Quaeria</a:t>
            </a:r>
            <a:r>
              <a:rPr lang="en-AU" dirty="0">
                <a:solidFill>
                  <a:schemeClr val="bg1"/>
                </a:solidFill>
              </a:rPr>
              <a:t> dolore, et </a:t>
            </a:r>
            <a:r>
              <a:rPr lang="en-AU" dirty="0" err="1">
                <a:solidFill>
                  <a:schemeClr val="bg1"/>
                </a:solidFill>
              </a:rPr>
              <a:t>invel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4ECB98-9D54-9446-8896-767FAC392C73}"/>
              </a:ext>
            </a:extLst>
          </p:cNvPr>
          <p:cNvSpPr txBox="1"/>
          <p:nvPr/>
        </p:nvSpPr>
        <p:spPr>
          <a:xfrm>
            <a:off x="5037220" y="2623010"/>
            <a:ext cx="1958215" cy="64633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150%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6B38D9-9F5D-E55E-05C8-F95CDFC7AEF7}"/>
              </a:ext>
            </a:extLst>
          </p:cNvPr>
          <p:cNvSpPr txBox="1"/>
          <p:nvPr/>
        </p:nvSpPr>
        <p:spPr>
          <a:xfrm>
            <a:off x="4371337" y="3386939"/>
            <a:ext cx="3463048" cy="18789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en-AU" dirty="0" err="1">
                <a:solidFill>
                  <a:schemeClr val="bg1"/>
                </a:solidFill>
              </a:rPr>
              <a:t>Consed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ente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quassi</a:t>
            </a:r>
            <a:endParaRPr lang="en-AU" dirty="0">
              <a:solidFill>
                <a:schemeClr val="bg1"/>
              </a:solidFill>
            </a:endParaRPr>
          </a:p>
          <a:p>
            <a:pPr algn="ctr"/>
            <a:r>
              <a:rPr lang="en-AU" dirty="0" err="1">
                <a:solidFill>
                  <a:schemeClr val="bg1"/>
                </a:solidFill>
              </a:rPr>
              <a:t>digenectus</a:t>
            </a:r>
            <a:r>
              <a:rPr lang="en-AU" dirty="0">
                <a:solidFill>
                  <a:schemeClr val="bg1"/>
                </a:solidFill>
              </a:rPr>
              <a:t>, </a:t>
            </a:r>
            <a:r>
              <a:rPr lang="en-AU" dirty="0" err="1">
                <a:solidFill>
                  <a:schemeClr val="bg1"/>
                </a:solidFill>
              </a:rPr>
              <a:t>quodi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ommoll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upta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volore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cus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adi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dicture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ius</a:t>
            </a:r>
            <a:r>
              <a:rPr lang="en-AU" dirty="0">
                <a:solidFill>
                  <a:schemeClr val="bg1"/>
                </a:solidFill>
              </a:rPr>
              <a:t> mi, </a:t>
            </a:r>
            <a:r>
              <a:rPr lang="en-AU" dirty="0" err="1">
                <a:solidFill>
                  <a:schemeClr val="bg1"/>
                </a:solidFill>
              </a:rPr>
              <a:t>quas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aliciaTem</a:t>
            </a:r>
            <a:r>
              <a:rPr lang="en-AU" dirty="0">
                <a:solidFill>
                  <a:schemeClr val="bg1"/>
                </a:solidFill>
              </a:rPr>
              <a:t>. 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Quaeria</a:t>
            </a:r>
            <a:r>
              <a:rPr lang="en-AU" dirty="0">
                <a:solidFill>
                  <a:schemeClr val="bg1"/>
                </a:solidFill>
              </a:rPr>
              <a:t> dolore, et </a:t>
            </a:r>
            <a:r>
              <a:rPr lang="en-AU" dirty="0" err="1">
                <a:solidFill>
                  <a:schemeClr val="bg1"/>
                </a:solidFill>
              </a:rPr>
              <a:t>invel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7E9E99B-A047-22F2-6340-53D78EC97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27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E40DC96-DBF6-AE63-8769-88CF1A391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263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EF2ED1-1323-9382-7934-8EC2D49D26E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2110639" y="2011627"/>
            <a:ext cx="0" cy="640111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E21EA1-F7C8-23F0-7856-C9DE41C2959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138009" y="2011627"/>
            <a:ext cx="14818" cy="640111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A8E969-2775-5A19-9509-52D9DE90F6F0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045858" y="2011627"/>
            <a:ext cx="3542" cy="640111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B1F72E-D508-F061-7137-4B5A53A2756F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8079163" y="2011627"/>
            <a:ext cx="12007" cy="640111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C78D6C-32ED-C589-61ED-8877D029EF46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10068668" y="2011627"/>
            <a:ext cx="12006" cy="640111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EB3B4A5-F8BC-478B-A86F-C372BA1FFD21}"/>
              </a:ext>
            </a:extLst>
          </p:cNvPr>
          <p:cNvSpPr/>
          <p:nvPr/>
        </p:nvSpPr>
        <p:spPr>
          <a:xfrm>
            <a:off x="0" y="1902481"/>
            <a:ext cx="12192000" cy="3733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B1505E-F6BE-D6D0-2459-B8022ED1C3A8}"/>
              </a:ext>
            </a:extLst>
          </p:cNvPr>
          <p:cNvSpPr txBox="1"/>
          <p:nvPr/>
        </p:nvSpPr>
        <p:spPr>
          <a:xfrm>
            <a:off x="9472500" y="1883371"/>
            <a:ext cx="125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0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2045</a:t>
            </a:r>
            <a:endParaRPr lang="en-GB" sz="20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6E6735-A099-068F-F37A-F7C34DBC2F50}"/>
              </a:ext>
            </a:extLst>
          </p:cNvPr>
          <p:cNvSpPr txBox="1"/>
          <p:nvPr/>
        </p:nvSpPr>
        <p:spPr>
          <a:xfrm>
            <a:off x="7482995" y="1883371"/>
            <a:ext cx="125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0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2040</a:t>
            </a:r>
            <a:endParaRPr lang="en-GB" sz="20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24B7BB-D79B-7021-76D7-D7A5AAFBBF15}"/>
              </a:ext>
            </a:extLst>
          </p:cNvPr>
          <p:cNvSpPr txBox="1"/>
          <p:nvPr/>
        </p:nvSpPr>
        <p:spPr>
          <a:xfrm>
            <a:off x="5449691" y="1883371"/>
            <a:ext cx="125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0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2035</a:t>
            </a:r>
            <a:endParaRPr lang="en-GB" sz="20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C5A3E3-9CC8-C68C-ED61-7FDC7EB8273E}"/>
              </a:ext>
            </a:extLst>
          </p:cNvPr>
          <p:cNvSpPr txBox="1"/>
          <p:nvPr/>
        </p:nvSpPr>
        <p:spPr>
          <a:xfrm>
            <a:off x="3550308" y="1883371"/>
            <a:ext cx="125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0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2030</a:t>
            </a:r>
            <a:endParaRPr lang="en-GB" sz="20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5043D6-3759-2E0B-1493-3EC371F487BF}"/>
              </a:ext>
            </a:extLst>
          </p:cNvPr>
          <p:cNvSpPr txBox="1"/>
          <p:nvPr/>
        </p:nvSpPr>
        <p:spPr>
          <a:xfrm>
            <a:off x="1522939" y="1883371"/>
            <a:ext cx="125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0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2025</a:t>
            </a:r>
            <a:endParaRPr lang="en-GB" sz="20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8DB67D-BDAB-6825-789D-D5FE97B5C48A}"/>
              </a:ext>
            </a:extLst>
          </p:cNvPr>
          <p:cNvSpPr txBox="1"/>
          <p:nvPr/>
        </p:nvSpPr>
        <p:spPr>
          <a:xfrm>
            <a:off x="1441145" y="4320414"/>
            <a:ext cx="16126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</a:t>
            </a:r>
            <a:r>
              <a:rPr lang="en-US" sz="1400" dirty="0"/>
              <a:t> </a:t>
            </a:r>
            <a:r>
              <a:rPr lang="en-US" sz="1400" dirty="0" err="1"/>
              <a:t>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</a:t>
            </a:r>
            <a:r>
              <a:rPr lang="en-US" sz="1400" dirty="0" err="1"/>
              <a:t>labore</a:t>
            </a:r>
            <a:r>
              <a:rPr lang="en-US" sz="1400" dirty="0"/>
              <a:t> 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C24778-153A-5E1D-6052-B405CDA0E4F3}"/>
              </a:ext>
            </a:extLst>
          </p:cNvPr>
          <p:cNvSpPr txBox="1"/>
          <p:nvPr/>
        </p:nvSpPr>
        <p:spPr>
          <a:xfrm>
            <a:off x="3424462" y="4320414"/>
            <a:ext cx="16126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</a:t>
            </a:r>
            <a:r>
              <a:rPr lang="en-US" sz="1400" dirty="0"/>
              <a:t> </a:t>
            </a:r>
            <a:r>
              <a:rPr lang="en-US" sz="1400" dirty="0" err="1"/>
              <a:t>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</a:t>
            </a:r>
            <a:r>
              <a:rPr lang="en-US" sz="1400" dirty="0" err="1"/>
              <a:t>labore</a:t>
            </a:r>
            <a:r>
              <a:rPr lang="en-US" sz="1400" dirty="0"/>
              <a:t> 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0382EF-55B1-53C8-46A1-0BAD8D9121B3}"/>
              </a:ext>
            </a:extLst>
          </p:cNvPr>
          <p:cNvSpPr txBox="1"/>
          <p:nvPr/>
        </p:nvSpPr>
        <p:spPr>
          <a:xfrm>
            <a:off x="5407779" y="4320414"/>
            <a:ext cx="16126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</a:t>
            </a:r>
            <a:r>
              <a:rPr lang="en-US" sz="1400" dirty="0"/>
              <a:t> </a:t>
            </a:r>
            <a:r>
              <a:rPr lang="en-US" sz="1400" dirty="0" err="1"/>
              <a:t>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</a:t>
            </a:r>
            <a:r>
              <a:rPr lang="en-US" sz="1400" dirty="0" err="1"/>
              <a:t>labore</a:t>
            </a:r>
            <a:r>
              <a:rPr lang="en-US" sz="1400" dirty="0"/>
              <a:t> 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93ED65-CE57-4D8D-DE94-B3B4349F0914}"/>
              </a:ext>
            </a:extLst>
          </p:cNvPr>
          <p:cNvSpPr txBox="1"/>
          <p:nvPr/>
        </p:nvSpPr>
        <p:spPr>
          <a:xfrm>
            <a:off x="7391096" y="4320414"/>
            <a:ext cx="16126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</a:t>
            </a:r>
            <a:r>
              <a:rPr lang="en-US" sz="1400" dirty="0"/>
              <a:t> </a:t>
            </a:r>
            <a:r>
              <a:rPr lang="en-US" sz="1400" dirty="0" err="1"/>
              <a:t>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</a:t>
            </a:r>
            <a:r>
              <a:rPr lang="en-US" sz="1400" dirty="0" err="1"/>
              <a:t>labore</a:t>
            </a:r>
            <a:r>
              <a:rPr lang="en-US" sz="1400" dirty="0"/>
              <a:t> 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526D43-E543-49F3-47C2-6F2390F742AB}"/>
              </a:ext>
            </a:extLst>
          </p:cNvPr>
          <p:cNvSpPr txBox="1"/>
          <p:nvPr/>
        </p:nvSpPr>
        <p:spPr>
          <a:xfrm>
            <a:off x="9374412" y="4320414"/>
            <a:ext cx="16126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</a:t>
            </a:r>
            <a:r>
              <a:rPr lang="en-US" sz="1400" dirty="0"/>
              <a:t> </a:t>
            </a:r>
            <a:r>
              <a:rPr lang="en-US" sz="1400" dirty="0" err="1"/>
              <a:t>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</a:t>
            </a:r>
            <a:r>
              <a:rPr lang="en-US" sz="1400" dirty="0" err="1"/>
              <a:t>labore</a:t>
            </a:r>
            <a:r>
              <a:rPr lang="en-US" sz="1400" dirty="0"/>
              <a:t> 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51A02A-2269-0F81-4290-97FF4CB419B0}"/>
              </a:ext>
            </a:extLst>
          </p:cNvPr>
          <p:cNvSpPr/>
          <p:nvPr/>
        </p:nvSpPr>
        <p:spPr>
          <a:xfrm>
            <a:off x="9348309" y="2651738"/>
            <a:ext cx="1464730" cy="1464728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0A1A8A8-B030-E5B3-6776-1232D333DE74}"/>
              </a:ext>
            </a:extLst>
          </p:cNvPr>
          <p:cNvSpPr/>
          <p:nvPr/>
        </p:nvSpPr>
        <p:spPr>
          <a:xfrm>
            <a:off x="7358805" y="2651738"/>
            <a:ext cx="1464730" cy="1464728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571A655-EA80-99D1-2E39-D8301C46B2F6}"/>
              </a:ext>
            </a:extLst>
          </p:cNvPr>
          <p:cNvSpPr/>
          <p:nvPr/>
        </p:nvSpPr>
        <p:spPr>
          <a:xfrm>
            <a:off x="5317035" y="2651738"/>
            <a:ext cx="1464730" cy="1464728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79AC92-E245-B90B-F512-A9F4669092CB}"/>
              </a:ext>
            </a:extLst>
          </p:cNvPr>
          <p:cNvSpPr/>
          <p:nvPr/>
        </p:nvSpPr>
        <p:spPr>
          <a:xfrm>
            <a:off x="3420462" y="2651738"/>
            <a:ext cx="1464730" cy="1464728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E81635-22BA-2300-AA44-1B9EE8A2EA17}"/>
              </a:ext>
            </a:extLst>
          </p:cNvPr>
          <p:cNvSpPr/>
          <p:nvPr/>
        </p:nvSpPr>
        <p:spPr>
          <a:xfrm>
            <a:off x="1378274" y="2651738"/>
            <a:ext cx="1464730" cy="1464728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36D4B88-0C5F-DC03-57F1-7089AEB5AAF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351" b="10351"/>
          <a:stretch/>
        </p:blipFill>
        <p:spPr>
          <a:xfrm>
            <a:off x="5697701" y="3042189"/>
            <a:ext cx="796598" cy="63168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4F65767-194E-D351-7174-82CF11E549E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456" r="11456"/>
          <a:stretch/>
        </p:blipFill>
        <p:spPr>
          <a:xfrm>
            <a:off x="9649615" y="3170721"/>
            <a:ext cx="895988" cy="46491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88092C6-836C-611A-FD0D-7DAD5748980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5885" y="2983783"/>
            <a:ext cx="764314" cy="76637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3686BA5-43AE-3884-6C94-8B2EB9A84B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763055" y="3019996"/>
            <a:ext cx="690098" cy="69393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B1986FD-DD2E-8C59-45A0-5C760C55AB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97542" y="3032996"/>
            <a:ext cx="680934" cy="680934"/>
          </a:xfrm>
          <a:prstGeom prst="rect">
            <a:avLst/>
          </a:prstGeom>
        </p:spPr>
      </p:pic>
      <p:sp>
        <p:nvSpPr>
          <p:cNvPr id="21" name="Title 20">
            <a:extLst>
              <a:ext uri="{FF2B5EF4-FFF2-40B4-BE49-F238E27FC236}">
                <a16:creationId xmlns:a16="http://schemas.microsoft.com/office/drawing/2014/main" id="{6BB351F2-788A-53A8-7CAD-2A45AB123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A7A945-A2F3-D2F2-BD8E-893A09B78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7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BF11B9-22CE-C573-34B3-AE82449B928E}"/>
              </a:ext>
            </a:extLst>
          </p:cNvPr>
          <p:cNvSpPr/>
          <p:nvPr/>
        </p:nvSpPr>
        <p:spPr>
          <a:xfrm>
            <a:off x="709836" y="3405655"/>
            <a:ext cx="1765991" cy="2481800"/>
          </a:xfrm>
          <a:prstGeom prst="rect">
            <a:avLst/>
          </a:prstGeom>
          <a:gradFill>
            <a:gsLst>
              <a:gs pos="100000">
                <a:schemeClr val="bg1"/>
              </a:gs>
              <a:gs pos="2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C63D15-9662-D4F8-D747-60C8E9A787C3}"/>
              </a:ext>
            </a:extLst>
          </p:cNvPr>
          <p:cNvSpPr/>
          <p:nvPr/>
        </p:nvSpPr>
        <p:spPr>
          <a:xfrm>
            <a:off x="2849188" y="3906072"/>
            <a:ext cx="1765991" cy="1981383"/>
          </a:xfrm>
          <a:prstGeom prst="rect">
            <a:avLst/>
          </a:prstGeom>
          <a:gradFill>
            <a:gsLst>
              <a:gs pos="100000">
                <a:schemeClr val="bg1"/>
              </a:gs>
              <a:gs pos="2000">
                <a:schemeClr val="bg2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9C0A10-734A-6F9D-F034-42DD2E95EB38}"/>
              </a:ext>
            </a:extLst>
          </p:cNvPr>
          <p:cNvSpPr/>
          <p:nvPr/>
        </p:nvSpPr>
        <p:spPr>
          <a:xfrm>
            <a:off x="5039971" y="4440377"/>
            <a:ext cx="1765991" cy="1447078"/>
          </a:xfrm>
          <a:prstGeom prst="rect">
            <a:avLst/>
          </a:prstGeom>
          <a:gradFill>
            <a:gsLst>
              <a:gs pos="100000">
                <a:schemeClr val="bg1"/>
              </a:gs>
              <a:gs pos="2000">
                <a:schemeClr val="accent2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EA5A9F-311F-332A-44F0-3D3D47A3FC6A}"/>
              </a:ext>
            </a:extLst>
          </p:cNvPr>
          <p:cNvSpPr/>
          <p:nvPr/>
        </p:nvSpPr>
        <p:spPr>
          <a:xfrm>
            <a:off x="7200607" y="5057683"/>
            <a:ext cx="1765991" cy="829772"/>
          </a:xfrm>
          <a:prstGeom prst="rect">
            <a:avLst/>
          </a:prstGeom>
          <a:gradFill>
            <a:gsLst>
              <a:gs pos="100000">
                <a:schemeClr val="bg1"/>
              </a:gs>
              <a:gs pos="1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2F649F-15C8-C819-51E0-947F446CC00C}"/>
              </a:ext>
            </a:extLst>
          </p:cNvPr>
          <p:cNvSpPr/>
          <p:nvPr/>
        </p:nvSpPr>
        <p:spPr>
          <a:xfrm>
            <a:off x="9393895" y="4281677"/>
            <a:ext cx="1765991" cy="14066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87EF8-C0B0-7F3A-181E-FD4E36E9B771}"/>
              </a:ext>
            </a:extLst>
          </p:cNvPr>
          <p:cNvSpPr/>
          <p:nvPr/>
        </p:nvSpPr>
        <p:spPr>
          <a:xfrm>
            <a:off x="709836" y="1920503"/>
            <a:ext cx="1765991" cy="889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8355F-43B9-4E54-606E-0D40C9FC39CD}"/>
              </a:ext>
            </a:extLst>
          </p:cNvPr>
          <p:cNvSpPr txBox="1"/>
          <p:nvPr/>
        </p:nvSpPr>
        <p:spPr>
          <a:xfrm>
            <a:off x="624310" y="2084323"/>
            <a:ext cx="193109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500" dirty="0"/>
              <a:t>Lorem ipsum dolor sit </a:t>
            </a:r>
            <a:r>
              <a:rPr lang="en-US" sz="1500" dirty="0" err="1"/>
              <a:t>amet</a:t>
            </a:r>
            <a:r>
              <a:rPr lang="en-US" sz="1500" dirty="0"/>
              <a:t>, </a:t>
            </a:r>
            <a:r>
              <a:rPr lang="en-US" sz="1500" dirty="0" err="1"/>
              <a:t>conse</a:t>
            </a:r>
            <a:r>
              <a:rPr lang="en-US" sz="1500" dirty="0"/>
              <a:t> </a:t>
            </a:r>
            <a:r>
              <a:rPr lang="en-US" sz="1500" dirty="0" err="1"/>
              <a:t>ctetur</a:t>
            </a:r>
            <a:r>
              <a:rPr lang="en-US" sz="1500" dirty="0"/>
              <a:t> </a:t>
            </a:r>
            <a:r>
              <a:rPr lang="en-US" sz="1500" dirty="0" err="1"/>
              <a:t>adipiscing</a:t>
            </a:r>
            <a:r>
              <a:rPr lang="en-US" sz="1500" dirty="0"/>
              <a:t> </a:t>
            </a:r>
            <a:r>
              <a:rPr lang="en-US" sz="1500" dirty="0" err="1"/>
              <a:t>elit</a:t>
            </a:r>
            <a:r>
              <a:rPr lang="en-US" sz="1500" dirty="0"/>
              <a:t>, sed do </a:t>
            </a:r>
            <a:r>
              <a:rPr lang="en-US" sz="1500" dirty="0" err="1"/>
              <a:t>eiusmod</a:t>
            </a:r>
            <a:r>
              <a:rPr lang="en-US" sz="1500" dirty="0"/>
              <a:t> </a:t>
            </a:r>
            <a:r>
              <a:rPr lang="en-US" sz="1500" dirty="0" err="1"/>
              <a:t>tempor</a:t>
            </a:r>
            <a:r>
              <a:rPr lang="en-US" sz="1500" dirty="0"/>
              <a:t> </a:t>
            </a:r>
            <a:r>
              <a:rPr lang="en-US" sz="1500" dirty="0" err="1"/>
              <a:t>ut</a:t>
            </a:r>
            <a:r>
              <a:rPr lang="en-US" sz="1500" dirty="0"/>
              <a:t> </a:t>
            </a:r>
            <a:r>
              <a:rPr lang="en-US" sz="1500" dirty="0" err="1"/>
              <a:t>labore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BF1EF6-16CC-7E78-E77B-00982724F317}"/>
              </a:ext>
            </a:extLst>
          </p:cNvPr>
          <p:cNvSpPr txBox="1"/>
          <p:nvPr/>
        </p:nvSpPr>
        <p:spPr>
          <a:xfrm>
            <a:off x="624310" y="1395806"/>
            <a:ext cx="1851517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2025</a:t>
            </a:r>
            <a:endParaRPr kumimoji="0" lang="en-GB" sz="28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D672EE-306D-759B-3C27-EF1A8B05DF81}"/>
              </a:ext>
            </a:extLst>
          </p:cNvPr>
          <p:cNvSpPr/>
          <p:nvPr/>
        </p:nvSpPr>
        <p:spPr>
          <a:xfrm>
            <a:off x="709836" y="3383542"/>
            <a:ext cx="1765991" cy="889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6CEF44-3D56-7326-2B4C-C4892A68CFB2}"/>
              </a:ext>
            </a:extLst>
          </p:cNvPr>
          <p:cNvSpPr/>
          <p:nvPr/>
        </p:nvSpPr>
        <p:spPr>
          <a:xfrm>
            <a:off x="9400771" y="4225317"/>
            <a:ext cx="1765991" cy="889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F2C894-8137-10CE-9E6A-83B19849431B}"/>
              </a:ext>
            </a:extLst>
          </p:cNvPr>
          <p:cNvSpPr txBox="1"/>
          <p:nvPr/>
        </p:nvSpPr>
        <p:spPr>
          <a:xfrm>
            <a:off x="9315245" y="4389137"/>
            <a:ext cx="193109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500" dirty="0"/>
              <a:t>Lorem ipsum dolor sit </a:t>
            </a:r>
            <a:r>
              <a:rPr lang="en-US" sz="1500" dirty="0" err="1"/>
              <a:t>amet</a:t>
            </a:r>
            <a:r>
              <a:rPr lang="en-US" sz="1500" dirty="0"/>
              <a:t>, </a:t>
            </a:r>
            <a:r>
              <a:rPr lang="en-US" sz="1500" dirty="0" err="1"/>
              <a:t>conse</a:t>
            </a:r>
            <a:r>
              <a:rPr lang="en-US" sz="1500" dirty="0"/>
              <a:t> </a:t>
            </a:r>
            <a:r>
              <a:rPr lang="en-US" sz="1500" dirty="0" err="1"/>
              <a:t>ctetur</a:t>
            </a:r>
            <a:r>
              <a:rPr lang="en-US" sz="1500" dirty="0"/>
              <a:t> </a:t>
            </a:r>
            <a:r>
              <a:rPr lang="en-US" sz="1500" dirty="0" err="1"/>
              <a:t>adipiscing</a:t>
            </a:r>
            <a:r>
              <a:rPr lang="en-US" sz="1500" dirty="0"/>
              <a:t> </a:t>
            </a:r>
            <a:r>
              <a:rPr lang="en-US" sz="1500" dirty="0" err="1"/>
              <a:t>elit</a:t>
            </a:r>
            <a:r>
              <a:rPr lang="en-US" sz="1500" dirty="0"/>
              <a:t>, sed do </a:t>
            </a:r>
            <a:r>
              <a:rPr lang="en-US" sz="1500" dirty="0" err="1"/>
              <a:t>eiusmod</a:t>
            </a:r>
            <a:r>
              <a:rPr lang="en-US" sz="1500" dirty="0"/>
              <a:t> </a:t>
            </a:r>
            <a:r>
              <a:rPr lang="en-US" sz="1500" dirty="0" err="1"/>
              <a:t>tempor</a:t>
            </a:r>
            <a:r>
              <a:rPr lang="en-US" sz="1500" dirty="0"/>
              <a:t> </a:t>
            </a:r>
            <a:r>
              <a:rPr lang="en-US" sz="1500" dirty="0" err="1"/>
              <a:t>ut</a:t>
            </a:r>
            <a:r>
              <a:rPr lang="en-US" sz="1500" dirty="0"/>
              <a:t> </a:t>
            </a:r>
            <a:r>
              <a:rPr lang="en-US" sz="1500" dirty="0" err="1"/>
              <a:t>labore</a:t>
            </a:r>
            <a:endParaRPr lang="en-GB" sz="1500" dirty="0"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5E798C-1F41-09D8-D1B7-FBF8361FD643}"/>
              </a:ext>
            </a:extLst>
          </p:cNvPr>
          <p:cNvSpPr txBox="1"/>
          <p:nvPr/>
        </p:nvSpPr>
        <p:spPr>
          <a:xfrm>
            <a:off x="9315245" y="3676505"/>
            <a:ext cx="1851517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2045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CA0D34-E39A-0E41-D75B-9BA4C2B1C873}"/>
              </a:ext>
            </a:extLst>
          </p:cNvPr>
          <p:cNvSpPr/>
          <p:nvPr/>
        </p:nvSpPr>
        <p:spPr>
          <a:xfrm>
            <a:off x="9400771" y="5688356"/>
            <a:ext cx="1765991" cy="889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E88B97-6060-C063-4EAA-13097C034482}"/>
              </a:ext>
            </a:extLst>
          </p:cNvPr>
          <p:cNvSpPr/>
          <p:nvPr/>
        </p:nvSpPr>
        <p:spPr>
          <a:xfrm>
            <a:off x="7200607" y="3556092"/>
            <a:ext cx="1765991" cy="889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912360-5F52-0693-4B6A-072A10FBB6EA}"/>
              </a:ext>
            </a:extLst>
          </p:cNvPr>
          <p:cNvSpPr txBox="1"/>
          <p:nvPr/>
        </p:nvSpPr>
        <p:spPr>
          <a:xfrm>
            <a:off x="7115081" y="3719912"/>
            <a:ext cx="193109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500" dirty="0"/>
              <a:t>Lorem ipsum dolor sit </a:t>
            </a:r>
            <a:r>
              <a:rPr lang="en-US" sz="1500" dirty="0" err="1"/>
              <a:t>amet</a:t>
            </a:r>
            <a:r>
              <a:rPr lang="en-US" sz="1500" dirty="0"/>
              <a:t>, </a:t>
            </a:r>
            <a:r>
              <a:rPr lang="en-US" sz="1500" dirty="0" err="1"/>
              <a:t>conse</a:t>
            </a:r>
            <a:r>
              <a:rPr lang="en-US" sz="1500" dirty="0"/>
              <a:t> </a:t>
            </a:r>
            <a:r>
              <a:rPr lang="en-US" sz="1500" dirty="0" err="1"/>
              <a:t>ctetur</a:t>
            </a:r>
            <a:r>
              <a:rPr lang="en-US" sz="1500" dirty="0"/>
              <a:t> </a:t>
            </a:r>
            <a:r>
              <a:rPr lang="en-US" sz="1500" dirty="0" err="1"/>
              <a:t>adipiscing</a:t>
            </a:r>
            <a:r>
              <a:rPr lang="en-US" sz="1500" dirty="0"/>
              <a:t> </a:t>
            </a:r>
            <a:r>
              <a:rPr lang="en-US" sz="1500" dirty="0" err="1"/>
              <a:t>elit</a:t>
            </a:r>
            <a:r>
              <a:rPr lang="en-US" sz="1500" dirty="0"/>
              <a:t>, sed do </a:t>
            </a:r>
            <a:r>
              <a:rPr lang="en-US" sz="1500" dirty="0" err="1"/>
              <a:t>eiusmod</a:t>
            </a:r>
            <a:r>
              <a:rPr lang="en-US" sz="1500" dirty="0"/>
              <a:t> </a:t>
            </a:r>
            <a:r>
              <a:rPr lang="en-US" sz="1500" dirty="0" err="1"/>
              <a:t>tempor</a:t>
            </a:r>
            <a:r>
              <a:rPr lang="en-US" sz="1500" dirty="0"/>
              <a:t> </a:t>
            </a:r>
            <a:r>
              <a:rPr lang="en-US" sz="1500" dirty="0" err="1"/>
              <a:t>ut</a:t>
            </a:r>
            <a:r>
              <a:rPr lang="en-US" sz="1500" dirty="0"/>
              <a:t> </a:t>
            </a:r>
            <a:r>
              <a:rPr lang="en-US" sz="1500" dirty="0" err="1"/>
              <a:t>labore</a:t>
            </a:r>
            <a:endParaRPr lang="en-GB" sz="1500" dirty="0"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1BE8B1-C1A0-A885-798D-6107D294E392}"/>
              </a:ext>
            </a:extLst>
          </p:cNvPr>
          <p:cNvSpPr txBox="1"/>
          <p:nvPr/>
        </p:nvSpPr>
        <p:spPr>
          <a:xfrm>
            <a:off x="7115081" y="3007280"/>
            <a:ext cx="1851517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2040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356DFA-F9E8-AF14-1094-399640F67CB6}"/>
              </a:ext>
            </a:extLst>
          </p:cNvPr>
          <p:cNvSpPr/>
          <p:nvPr/>
        </p:nvSpPr>
        <p:spPr>
          <a:xfrm>
            <a:off x="7200607" y="5019131"/>
            <a:ext cx="1765991" cy="889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272D20-9612-76A5-DB50-D6C91CA436C1}"/>
              </a:ext>
            </a:extLst>
          </p:cNvPr>
          <p:cNvSpPr/>
          <p:nvPr/>
        </p:nvSpPr>
        <p:spPr>
          <a:xfrm>
            <a:off x="5048428" y="2927257"/>
            <a:ext cx="1765991" cy="889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949046-7E3F-F0E7-98A6-85C28BE45784}"/>
              </a:ext>
            </a:extLst>
          </p:cNvPr>
          <p:cNvSpPr txBox="1"/>
          <p:nvPr/>
        </p:nvSpPr>
        <p:spPr>
          <a:xfrm>
            <a:off x="4962902" y="3091077"/>
            <a:ext cx="193109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500" dirty="0"/>
              <a:t>Lorem ipsum dolor sit </a:t>
            </a:r>
            <a:r>
              <a:rPr lang="en-US" sz="1500" dirty="0" err="1"/>
              <a:t>amet</a:t>
            </a:r>
            <a:r>
              <a:rPr lang="en-US" sz="1500" dirty="0"/>
              <a:t>, </a:t>
            </a:r>
            <a:r>
              <a:rPr lang="en-US" sz="1500" dirty="0" err="1"/>
              <a:t>conse</a:t>
            </a:r>
            <a:r>
              <a:rPr lang="en-US" sz="1500" dirty="0"/>
              <a:t> </a:t>
            </a:r>
            <a:r>
              <a:rPr lang="en-US" sz="1500" dirty="0" err="1"/>
              <a:t>ctetur</a:t>
            </a:r>
            <a:r>
              <a:rPr lang="en-US" sz="1500" dirty="0"/>
              <a:t> </a:t>
            </a:r>
            <a:r>
              <a:rPr lang="en-US" sz="1500" dirty="0" err="1"/>
              <a:t>adipiscing</a:t>
            </a:r>
            <a:r>
              <a:rPr lang="en-US" sz="1500" dirty="0"/>
              <a:t> </a:t>
            </a:r>
            <a:r>
              <a:rPr lang="en-US" sz="1500" dirty="0" err="1"/>
              <a:t>elit</a:t>
            </a:r>
            <a:r>
              <a:rPr lang="en-US" sz="1500" dirty="0"/>
              <a:t>, sed do </a:t>
            </a:r>
            <a:r>
              <a:rPr lang="en-US" sz="1500" dirty="0" err="1"/>
              <a:t>eiusmod</a:t>
            </a:r>
            <a:r>
              <a:rPr lang="en-US" sz="1500" dirty="0"/>
              <a:t> </a:t>
            </a:r>
            <a:r>
              <a:rPr lang="en-US" sz="1500" dirty="0" err="1"/>
              <a:t>tempor</a:t>
            </a:r>
            <a:r>
              <a:rPr lang="en-US" sz="1500" dirty="0"/>
              <a:t> </a:t>
            </a:r>
            <a:r>
              <a:rPr lang="en-US" sz="1500" dirty="0" err="1"/>
              <a:t>ut</a:t>
            </a:r>
            <a:r>
              <a:rPr lang="en-US" sz="1500" dirty="0"/>
              <a:t> </a:t>
            </a:r>
            <a:r>
              <a:rPr lang="en-US" sz="1500" dirty="0" err="1"/>
              <a:t>labore</a:t>
            </a:r>
            <a:endParaRPr lang="en-GB" sz="1500" dirty="0"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C3B29F-D8AD-5214-C716-5229B05F43F3}"/>
              </a:ext>
            </a:extLst>
          </p:cNvPr>
          <p:cNvSpPr txBox="1"/>
          <p:nvPr/>
        </p:nvSpPr>
        <p:spPr>
          <a:xfrm>
            <a:off x="4962902" y="2378445"/>
            <a:ext cx="1851517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2035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DB611F-68FA-CAAF-631E-ABB2FC448B8A}"/>
              </a:ext>
            </a:extLst>
          </p:cNvPr>
          <p:cNvSpPr/>
          <p:nvPr/>
        </p:nvSpPr>
        <p:spPr>
          <a:xfrm>
            <a:off x="5048428" y="4390296"/>
            <a:ext cx="1765991" cy="889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16A7EC-0F8E-0FB6-BEEC-67E270ADE7D5}"/>
              </a:ext>
            </a:extLst>
          </p:cNvPr>
          <p:cNvSpPr/>
          <p:nvPr/>
        </p:nvSpPr>
        <p:spPr>
          <a:xfrm>
            <a:off x="2848162" y="2392768"/>
            <a:ext cx="1765991" cy="889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C6FCAF-05D6-64F8-D57B-9D7E9D02D34B}"/>
              </a:ext>
            </a:extLst>
          </p:cNvPr>
          <p:cNvSpPr txBox="1"/>
          <p:nvPr/>
        </p:nvSpPr>
        <p:spPr>
          <a:xfrm>
            <a:off x="2762636" y="2556588"/>
            <a:ext cx="193109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500" dirty="0"/>
              <a:t>Lorem ipsum dolor sit </a:t>
            </a:r>
            <a:r>
              <a:rPr lang="en-US" sz="1500" dirty="0" err="1"/>
              <a:t>amet</a:t>
            </a:r>
            <a:r>
              <a:rPr lang="en-US" sz="1500" dirty="0"/>
              <a:t>, </a:t>
            </a:r>
            <a:r>
              <a:rPr lang="en-US" sz="1500" dirty="0" err="1"/>
              <a:t>conse</a:t>
            </a:r>
            <a:r>
              <a:rPr lang="en-US" sz="1500" dirty="0"/>
              <a:t> </a:t>
            </a:r>
            <a:r>
              <a:rPr lang="en-US" sz="1500" dirty="0" err="1"/>
              <a:t>ctetur</a:t>
            </a:r>
            <a:r>
              <a:rPr lang="en-US" sz="1500" dirty="0"/>
              <a:t> </a:t>
            </a:r>
            <a:r>
              <a:rPr lang="en-US" sz="1500" dirty="0" err="1"/>
              <a:t>adipiscing</a:t>
            </a:r>
            <a:r>
              <a:rPr lang="en-US" sz="1500" dirty="0"/>
              <a:t> </a:t>
            </a:r>
            <a:r>
              <a:rPr lang="en-US" sz="1500" dirty="0" err="1"/>
              <a:t>elit</a:t>
            </a:r>
            <a:r>
              <a:rPr lang="en-US" sz="1500" dirty="0"/>
              <a:t>, sed do </a:t>
            </a:r>
            <a:r>
              <a:rPr lang="en-US" sz="1500" dirty="0" err="1"/>
              <a:t>eiusmod</a:t>
            </a:r>
            <a:r>
              <a:rPr lang="en-US" sz="1500" dirty="0"/>
              <a:t> </a:t>
            </a:r>
            <a:r>
              <a:rPr lang="en-US" sz="1500" dirty="0" err="1"/>
              <a:t>tempor</a:t>
            </a:r>
            <a:r>
              <a:rPr lang="en-US" sz="1500" dirty="0"/>
              <a:t> </a:t>
            </a:r>
            <a:r>
              <a:rPr lang="en-US" sz="1500" dirty="0" err="1"/>
              <a:t>ut</a:t>
            </a:r>
            <a:r>
              <a:rPr lang="en-US" sz="1500" dirty="0"/>
              <a:t> </a:t>
            </a:r>
            <a:r>
              <a:rPr lang="en-US" sz="1500" dirty="0" err="1"/>
              <a:t>labore</a:t>
            </a:r>
            <a:endParaRPr lang="en-GB" sz="1500" dirty="0"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72817-685B-51C4-CDBE-10CB67B732BF}"/>
              </a:ext>
            </a:extLst>
          </p:cNvPr>
          <p:cNvSpPr txBox="1"/>
          <p:nvPr/>
        </p:nvSpPr>
        <p:spPr>
          <a:xfrm>
            <a:off x="2762636" y="1871842"/>
            <a:ext cx="1851517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2030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72E181-4749-0066-FA89-39D84761B201}"/>
              </a:ext>
            </a:extLst>
          </p:cNvPr>
          <p:cNvSpPr/>
          <p:nvPr/>
        </p:nvSpPr>
        <p:spPr>
          <a:xfrm>
            <a:off x="2848162" y="3855807"/>
            <a:ext cx="1765991" cy="889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053A051-508D-11AD-BC4D-80F9372E6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56360-C2AD-5167-AA92-4405FC445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1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03A94A7-CC82-1CAD-6F54-03E9D0E47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spcAft>
                <a:spcPts val="3000"/>
              </a:spcAft>
            </a:pPr>
            <a:r>
              <a:rPr lang="en-AU" sz="3600" dirty="0">
                <a:solidFill>
                  <a:schemeClr val="bg1"/>
                </a:solidFill>
              </a:rPr>
              <a:t>Pull quote here </a:t>
            </a:r>
            <a:r>
              <a:rPr lang="en-AU" sz="3600" dirty="0" err="1">
                <a:solidFill>
                  <a:schemeClr val="bg1"/>
                </a:solidFill>
              </a:rPr>
              <a:t>vento</a:t>
            </a:r>
            <a:r>
              <a:rPr lang="en-AU" sz="3600" dirty="0">
                <a:solidFill>
                  <a:schemeClr val="bg1"/>
                </a:solidFill>
              </a:rPr>
              <a:t> </a:t>
            </a:r>
            <a:r>
              <a:rPr lang="en-AU" sz="3600" dirty="0" err="1">
                <a:solidFill>
                  <a:schemeClr val="bg1"/>
                </a:solidFill>
              </a:rPr>
              <a:t>molor</a:t>
            </a:r>
            <a:r>
              <a:rPr lang="en-AU" sz="3600" dirty="0">
                <a:solidFill>
                  <a:schemeClr val="bg1"/>
                </a:solidFill>
              </a:rPr>
              <a:t> </a:t>
            </a:r>
            <a:r>
              <a:rPr lang="en-AU" sz="3600" dirty="0" err="1">
                <a:solidFill>
                  <a:schemeClr val="bg1"/>
                </a:solidFill>
              </a:rPr>
              <a:t>si</a:t>
            </a:r>
            <a:br>
              <a:rPr lang="en-AU" sz="3600" dirty="0">
                <a:solidFill>
                  <a:schemeClr val="bg1"/>
                </a:solidFill>
              </a:rPr>
            </a:br>
            <a:r>
              <a:rPr lang="en-AU" sz="3600" dirty="0">
                <a:solidFill>
                  <a:schemeClr val="bg1"/>
                </a:solidFill>
              </a:rPr>
              <a:t>od </a:t>
            </a:r>
            <a:r>
              <a:rPr lang="en-AU" sz="3600" dirty="0" err="1">
                <a:solidFill>
                  <a:schemeClr val="bg1"/>
                </a:solidFill>
              </a:rPr>
              <a:t>quodio</a:t>
            </a:r>
            <a:r>
              <a:rPr lang="en-AU" sz="3600" dirty="0">
                <a:solidFill>
                  <a:schemeClr val="bg1"/>
                </a:solidFill>
              </a:rPr>
              <a:t>. Nam </a:t>
            </a:r>
            <a:r>
              <a:rPr lang="en-AU" sz="3600" dirty="0" err="1">
                <a:solidFill>
                  <a:schemeClr val="bg1"/>
                </a:solidFill>
              </a:rPr>
              <a:t>dollaut</a:t>
            </a:r>
            <a:r>
              <a:rPr lang="en-AU" sz="3600" dirty="0">
                <a:solidFill>
                  <a:schemeClr val="bg1"/>
                </a:solidFill>
              </a:rPr>
              <a:t> qui as</a:t>
            </a:r>
            <a:br>
              <a:rPr lang="en-AU" sz="3600" dirty="0">
                <a:solidFill>
                  <a:schemeClr val="bg1"/>
                </a:solidFill>
              </a:rPr>
            </a:br>
            <a:r>
              <a:rPr lang="en-AU" sz="3600" dirty="0">
                <a:solidFill>
                  <a:schemeClr val="bg1"/>
                </a:solidFill>
              </a:rPr>
              <a:t>et at que </a:t>
            </a:r>
            <a:r>
              <a:rPr lang="en-AU" sz="3600" dirty="0" err="1">
                <a:solidFill>
                  <a:schemeClr val="bg1"/>
                </a:solidFill>
              </a:rPr>
              <a:t>sequosti</a:t>
            </a:r>
            <a:r>
              <a:rPr lang="en-AU" sz="3600" dirty="0">
                <a:solidFill>
                  <a:schemeClr val="bg1"/>
                </a:solidFill>
              </a:rPr>
              <a:t> ne.</a:t>
            </a:r>
            <a:br>
              <a:rPr lang="en-AU" sz="3600" dirty="0"/>
            </a:br>
            <a:r>
              <a:rPr lang="en-AU" sz="3600" dirty="0">
                <a:solidFill>
                  <a:schemeClr val="bg1"/>
                </a:solidFill>
              </a:rPr>
              <a:t>Nam </a:t>
            </a:r>
            <a:r>
              <a:rPr lang="en-AU" sz="3600" dirty="0" err="1">
                <a:solidFill>
                  <a:schemeClr val="bg1"/>
                </a:solidFill>
              </a:rPr>
              <a:t>dollaut</a:t>
            </a:r>
            <a:r>
              <a:rPr lang="en-AU" sz="3600" dirty="0">
                <a:solidFill>
                  <a:schemeClr val="bg1"/>
                </a:solidFill>
              </a:rPr>
              <a:t> qui as </a:t>
            </a:r>
            <a:r>
              <a:rPr lang="en-AU" sz="3600" dirty="0" err="1">
                <a:solidFill>
                  <a:schemeClr val="bg1"/>
                </a:solidFill>
              </a:rPr>
              <a:t>remporest</a:t>
            </a:r>
            <a:r>
              <a:rPr lang="en-AU" sz="3600" dirty="0">
                <a:solidFill>
                  <a:schemeClr val="bg1"/>
                </a:solidFill>
              </a:rPr>
              <a:t>,</a:t>
            </a:r>
            <a:br>
              <a:rPr lang="en-AU" sz="3600" dirty="0">
                <a:solidFill>
                  <a:schemeClr val="bg1"/>
                </a:solidFill>
              </a:rPr>
            </a:br>
            <a:r>
              <a:rPr lang="en-AU" sz="3600" dirty="0" err="1">
                <a:solidFill>
                  <a:schemeClr val="bg1"/>
                </a:solidFill>
              </a:rPr>
              <a:t>sitatem</a:t>
            </a:r>
            <a:r>
              <a:rPr lang="en-AU" sz="3600" dirty="0">
                <a:solidFill>
                  <a:schemeClr val="bg1"/>
                </a:solidFill>
              </a:rPr>
              <a:t> </a:t>
            </a:r>
            <a:r>
              <a:rPr lang="en-AU" sz="3600" dirty="0" err="1">
                <a:solidFill>
                  <a:schemeClr val="bg1"/>
                </a:solidFill>
              </a:rPr>
              <a:t>renienitatat</a:t>
            </a:r>
            <a:r>
              <a:rPr lang="en-AU" sz="3600" dirty="0">
                <a:solidFill>
                  <a:schemeClr val="bg1"/>
                </a:solidFill>
              </a:rPr>
              <a:t> et at que</a:t>
            </a:r>
            <a:br>
              <a:rPr lang="en-AU" sz="3600" dirty="0">
                <a:solidFill>
                  <a:schemeClr val="bg1"/>
                </a:solidFill>
              </a:rPr>
            </a:br>
            <a:r>
              <a:rPr lang="en-AU" sz="3600" dirty="0" err="1">
                <a:solidFill>
                  <a:schemeClr val="bg1"/>
                </a:solidFill>
              </a:rPr>
              <a:t>sequosti</a:t>
            </a:r>
            <a:r>
              <a:rPr lang="en-AU" sz="3600" dirty="0">
                <a:solidFill>
                  <a:schemeClr val="bg1"/>
                </a:solidFill>
              </a:rPr>
              <a:t> ne.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74747-B1E6-87B8-7733-CA3E66188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30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D555B2-F53C-8C6F-666C-AC057ACF3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044" y="4847772"/>
            <a:ext cx="1092200" cy="101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C7A5E9-C1A2-D735-7868-BBC4E7CDF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627658" y="1323242"/>
            <a:ext cx="10922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969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C1844BB-6FD6-D913-BC77-C49969FD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C859-CE23-9A47-BCC1-F76F842486A2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AU" dirty="0" err="1"/>
              <a:t>Pelignis</a:t>
            </a:r>
            <a:r>
              <a:rPr lang="en-AU" dirty="0"/>
              <a:t> pores </a:t>
            </a:r>
            <a:r>
              <a:rPr lang="en-AU" dirty="0" err="1"/>
              <a:t>mosaper</a:t>
            </a:r>
            <a:r>
              <a:rPr lang="en-AU" dirty="0"/>
              <a:t> </a:t>
            </a:r>
            <a:r>
              <a:rPr lang="en-AU" dirty="0" err="1"/>
              <a:t>umquas</a:t>
            </a:r>
            <a:r>
              <a:rPr lang="en-AU" dirty="0"/>
              <a:t> </a:t>
            </a:r>
            <a:r>
              <a:rPr lang="en-AU" dirty="0" err="1"/>
              <a:t>velectiam</a:t>
            </a:r>
            <a:r>
              <a:rPr lang="en-AU" dirty="0"/>
              <a:t> </a:t>
            </a:r>
            <a:r>
              <a:rPr lang="en-AU" dirty="0" err="1"/>
              <a:t>fuga</a:t>
            </a:r>
            <a:r>
              <a:rPr lang="en-AU" dirty="0"/>
              <a:t>. </a:t>
            </a:r>
            <a:r>
              <a:rPr lang="en-AU" dirty="0" err="1"/>
              <a:t>Simpor</a:t>
            </a:r>
            <a:r>
              <a:rPr lang="en-AU" dirty="0"/>
              <a:t> </a:t>
            </a:r>
            <a:r>
              <a:rPr lang="en-AU" dirty="0" err="1"/>
              <a:t>autam</a:t>
            </a:r>
            <a:r>
              <a:rPr lang="en-AU" dirty="0"/>
              <a:t> id </a:t>
            </a:r>
            <a:r>
              <a:rPr lang="en-AU" dirty="0" err="1"/>
              <a:t>eosandu</a:t>
            </a:r>
            <a:r>
              <a:rPr lang="en-AU" dirty="0"/>
              <a:t> </a:t>
            </a:r>
            <a:r>
              <a:rPr lang="en-AU" dirty="0" err="1"/>
              <a:t>ndundiscia</a:t>
            </a:r>
            <a:r>
              <a:rPr lang="en-AU" dirty="0"/>
              <a:t> </a:t>
            </a:r>
            <a:r>
              <a:rPr lang="en-AU" dirty="0" err="1"/>
              <a:t>solorepta</a:t>
            </a:r>
            <a:r>
              <a:rPr lang="en-AU" dirty="0"/>
              <a:t> </a:t>
            </a:r>
            <a:r>
              <a:rPr lang="en-AU" dirty="0" err="1"/>
              <a:t>aut</a:t>
            </a:r>
            <a:br>
              <a:rPr lang="en-AU" dirty="0"/>
            </a:br>
            <a:r>
              <a:rPr lang="en-AU" dirty="0" err="1"/>
              <a:t>quae</a:t>
            </a:r>
            <a:r>
              <a:rPr lang="en-AU" dirty="0"/>
              <a:t> peri </a:t>
            </a:r>
            <a:r>
              <a:rPr lang="en-AU" dirty="0" err="1"/>
              <a:t>aut</a:t>
            </a:r>
            <a:r>
              <a:rPr lang="en-AU" dirty="0"/>
              <a:t> illume </a:t>
            </a:r>
            <a:r>
              <a:rPr lang="en-AU" dirty="0" err="1"/>
              <a:t>praecto</a:t>
            </a:r>
            <a:r>
              <a:rPr lang="en-AU" dirty="0"/>
              <a:t> </a:t>
            </a:r>
            <a:r>
              <a:rPr lang="en-AU" dirty="0" err="1"/>
              <a:t>dolorer</a:t>
            </a:r>
            <a:r>
              <a:rPr lang="en-AU" dirty="0"/>
              <a:t> </a:t>
            </a:r>
            <a:r>
              <a:rPr lang="en-AU" dirty="0" err="1"/>
              <a:t>itatiusa</a:t>
            </a:r>
            <a:r>
              <a:rPr lang="en-AU" dirty="0"/>
              <a:t> </a:t>
            </a:r>
            <a:r>
              <a:rPr lang="en-AU" dirty="0" err="1"/>
              <a:t>sam.</a:t>
            </a:r>
            <a:r>
              <a:rPr lang="en-AU" dirty="0"/>
              <a:t> Bus </a:t>
            </a:r>
            <a:r>
              <a:rPr lang="en-AU" dirty="0" err="1"/>
              <a:t>reperru</a:t>
            </a:r>
            <a:r>
              <a:rPr lang="en-AU" dirty="0"/>
              <a:t> </a:t>
            </a:r>
            <a:r>
              <a:rPr lang="en-AU" dirty="0" err="1"/>
              <a:t>mendam</a:t>
            </a:r>
            <a:r>
              <a:rPr lang="en-AU" dirty="0"/>
              <a:t> </a:t>
            </a:r>
            <a:r>
              <a:rPr lang="en-AU" dirty="0" err="1"/>
              <a:t>excernat</a:t>
            </a:r>
            <a:r>
              <a:rPr lang="en-AU" dirty="0"/>
              <a:t> </a:t>
            </a:r>
            <a:r>
              <a:rPr lang="en-AU" dirty="0" err="1"/>
              <a:t>endicillabor</a:t>
            </a:r>
            <a:r>
              <a:rPr lang="en-AU" dirty="0"/>
              <a:t> as </a:t>
            </a:r>
            <a:r>
              <a:rPr lang="en-AU" dirty="0" err="1"/>
              <a:t>seura</a:t>
            </a:r>
            <a:br>
              <a:rPr lang="en-AU" dirty="0"/>
            </a:br>
            <a:r>
              <a:rPr lang="en-AU" dirty="0" err="1"/>
              <a:t>doloritatas</a:t>
            </a:r>
            <a:r>
              <a:rPr lang="en-AU" dirty="0"/>
              <a:t> mint </a:t>
            </a:r>
            <a:r>
              <a:rPr lang="en-AU" dirty="0" err="1"/>
              <a:t>ut</a:t>
            </a:r>
            <a:r>
              <a:rPr lang="en-AU" dirty="0"/>
              <a:t> </a:t>
            </a:r>
            <a:r>
              <a:rPr lang="en-AU" dirty="0" err="1"/>
              <a:t>fugiass</a:t>
            </a:r>
            <a:r>
              <a:rPr lang="en-AU" dirty="0"/>
              <a:t> </a:t>
            </a:r>
            <a:r>
              <a:rPr lang="en-AU" dirty="0" err="1"/>
              <a:t>imilitatem</a:t>
            </a:r>
            <a:r>
              <a:rPr lang="en-AU" dirty="0"/>
              <a:t>. Bus </a:t>
            </a:r>
            <a:r>
              <a:rPr lang="en-AU" dirty="0" err="1"/>
              <a:t>reperru</a:t>
            </a:r>
            <a:r>
              <a:rPr lang="en-AU" dirty="0"/>
              <a:t> </a:t>
            </a:r>
            <a:r>
              <a:rPr lang="en-AU" dirty="0" err="1"/>
              <a:t>mendam</a:t>
            </a:r>
            <a:r>
              <a:rPr lang="en-AU" dirty="0"/>
              <a:t> </a:t>
            </a:r>
            <a:r>
              <a:rPr lang="en-AU" dirty="0" err="1"/>
              <a:t>excernat</a:t>
            </a:r>
            <a:r>
              <a:rPr lang="en-AU" dirty="0"/>
              <a:t> </a:t>
            </a:r>
            <a:r>
              <a:rPr lang="en-AU" dirty="0" err="1"/>
              <a:t>endicillabor</a:t>
            </a:r>
            <a:r>
              <a:rPr lang="en-AU" dirty="0"/>
              <a:t> as </a:t>
            </a:r>
            <a:r>
              <a:rPr lang="en-AU" dirty="0" err="1"/>
              <a:t>sequi</a:t>
            </a:r>
            <a:r>
              <a:rPr lang="en-AU" dirty="0"/>
              <a:t> ra </a:t>
            </a:r>
            <a:r>
              <a:rPr lang="en-AU" dirty="0" err="1"/>
              <a:t>doloritas</a:t>
            </a:r>
            <a:br>
              <a:rPr lang="en-AU" dirty="0"/>
            </a:br>
            <a:r>
              <a:rPr lang="en-AU" dirty="0"/>
              <a:t>mint </a:t>
            </a:r>
            <a:r>
              <a:rPr lang="en-AU" dirty="0" err="1"/>
              <a:t>ut</a:t>
            </a:r>
            <a:r>
              <a:rPr lang="en-AU" dirty="0"/>
              <a:t> </a:t>
            </a:r>
            <a:r>
              <a:rPr lang="en-AU" dirty="0" err="1"/>
              <a:t>fugiass</a:t>
            </a:r>
            <a:r>
              <a:rPr lang="en-AU" dirty="0"/>
              <a:t> </a:t>
            </a:r>
            <a:r>
              <a:rPr lang="en-AU" dirty="0" err="1"/>
              <a:t>imilitatem</a:t>
            </a:r>
            <a:r>
              <a:rPr lang="en-AU" dirty="0"/>
              <a:t>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AU" dirty="0"/>
              <a:t>Alit fugit rem </a:t>
            </a:r>
            <a:r>
              <a:rPr lang="en-AU" dirty="0" err="1"/>
              <a:t>autatiati</a:t>
            </a:r>
            <a:r>
              <a:rPr lang="en-AU" dirty="0"/>
              <a:t> </a:t>
            </a:r>
            <a:r>
              <a:rPr lang="en-AU" dirty="0" err="1"/>
              <a:t>sa</a:t>
            </a:r>
            <a:r>
              <a:rPr lang="en-AU" dirty="0"/>
              <a:t> </a:t>
            </a:r>
            <a:r>
              <a:rPr lang="en-AU" dirty="0" err="1"/>
              <a:t>dion</a:t>
            </a:r>
            <a:r>
              <a:rPr lang="en-AU" dirty="0"/>
              <a:t> </a:t>
            </a:r>
            <a:r>
              <a:rPr lang="en-AU" dirty="0" err="1"/>
              <a:t>nimus</a:t>
            </a:r>
            <a:r>
              <a:rPr lang="en-AU" dirty="0"/>
              <a:t> porrum </a:t>
            </a:r>
            <a:r>
              <a:rPr lang="en-AU" dirty="0" err="1"/>
              <a:t>quaspid</a:t>
            </a:r>
            <a:r>
              <a:rPr lang="en-AU" dirty="0"/>
              <a:t> </a:t>
            </a:r>
            <a:r>
              <a:rPr lang="en-AU" dirty="0" err="1"/>
              <a:t>eriasi</a:t>
            </a:r>
            <a:r>
              <a:rPr lang="en-AU" dirty="0"/>
              <a:t> </a:t>
            </a:r>
            <a:r>
              <a:rPr lang="en-AU" dirty="0" err="1"/>
              <a:t>nisit</a:t>
            </a:r>
            <a:r>
              <a:rPr lang="en-AU" dirty="0"/>
              <a:t> ate rem quo cone</a:t>
            </a:r>
            <a:br>
              <a:rPr lang="en-AU" dirty="0"/>
            </a:br>
            <a:r>
              <a:rPr lang="en-AU" dirty="0" err="1"/>
              <a:t>sanpeligni</a:t>
            </a:r>
            <a:r>
              <a:rPr lang="en-AU" dirty="0"/>
              <a:t> </a:t>
            </a:r>
            <a:r>
              <a:rPr lang="en-AU" dirty="0" err="1"/>
              <a:t>dolupquaspid</a:t>
            </a:r>
            <a:r>
              <a:rPr lang="en-AU" dirty="0"/>
              <a:t> </a:t>
            </a:r>
            <a:r>
              <a:rPr lang="en-AU" dirty="0" err="1"/>
              <a:t>isiteceseque</a:t>
            </a:r>
            <a:r>
              <a:rPr lang="en-AU" dirty="0"/>
              <a:t> </a:t>
            </a:r>
            <a:r>
              <a:rPr lang="en-AU" dirty="0" err="1"/>
              <a:t>volorpos</a:t>
            </a:r>
            <a:r>
              <a:rPr lang="en-AU" dirty="0"/>
              <a:t> </a:t>
            </a:r>
            <a:r>
              <a:rPr lang="en-AU" dirty="0" err="1"/>
              <a:t>si</a:t>
            </a:r>
            <a:r>
              <a:rPr lang="en-AU" dirty="0"/>
              <a:t> alim id </a:t>
            </a:r>
            <a:r>
              <a:rPr lang="en-AU" dirty="0" err="1"/>
              <a:t>auteceseque</a:t>
            </a:r>
            <a:r>
              <a:rPr lang="en-AU" dirty="0"/>
              <a:t>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AU" dirty="0"/>
              <a:t>Alit fugit rem </a:t>
            </a:r>
            <a:r>
              <a:rPr lang="en-AU" dirty="0" err="1"/>
              <a:t>autatiati</a:t>
            </a:r>
            <a:r>
              <a:rPr lang="en-AU" dirty="0"/>
              <a:t> </a:t>
            </a:r>
            <a:r>
              <a:rPr lang="en-AU" dirty="0" err="1"/>
              <a:t>sa</a:t>
            </a:r>
            <a:r>
              <a:rPr lang="en-AU" dirty="0"/>
              <a:t> </a:t>
            </a:r>
            <a:r>
              <a:rPr lang="en-AU" dirty="0" err="1"/>
              <a:t>dion</a:t>
            </a:r>
            <a:r>
              <a:rPr lang="en-AU" dirty="0"/>
              <a:t> </a:t>
            </a:r>
            <a:r>
              <a:rPr lang="en-AU" dirty="0" err="1"/>
              <a:t>nimus</a:t>
            </a:r>
            <a:r>
              <a:rPr lang="en-AU" dirty="0"/>
              <a:t> porrum </a:t>
            </a:r>
            <a:r>
              <a:rPr lang="en-AU" dirty="0" err="1"/>
              <a:t>quaspid</a:t>
            </a:r>
            <a:r>
              <a:rPr lang="en-AU" dirty="0"/>
              <a:t> </a:t>
            </a:r>
            <a:r>
              <a:rPr lang="en-AU" dirty="0" err="1"/>
              <a:t>eriasi</a:t>
            </a:r>
            <a:r>
              <a:rPr lang="en-AU" dirty="0"/>
              <a:t> </a:t>
            </a:r>
            <a:r>
              <a:rPr lang="en-AU" dirty="0" err="1"/>
              <a:t>nisit</a:t>
            </a:r>
            <a:r>
              <a:rPr lang="en-AU" dirty="0"/>
              <a:t> ate rem quo cone</a:t>
            </a:r>
            <a:br>
              <a:rPr lang="en-AU" dirty="0"/>
            </a:br>
            <a:r>
              <a:rPr lang="en-AU" dirty="0" err="1"/>
              <a:t>sanpeligni</a:t>
            </a:r>
            <a:r>
              <a:rPr lang="en-AU" dirty="0"/>
              <a:t> </a:t>
            </a:r>
            <a:r>
              <a:rPr lang="en-AU" dirty="0" err="1"/>
              <a:t>dolupquaspid</a:t>
            </a:r>
            <a:r>
              <a:rPr lang="en-AU" dirty="0"/>
              <a:t> </a:t>
            </a:r>
            <a:r>
              <a:rPr lang="en-AU" dirty="0" err="1"/>
              <a:t>isiteceseque</a:t>
            </a:r>
            <a:r>
              <a:rPr lang="en-AU" dirty="0"/>
              <a:t> </a:t>
            </a:r>
            <a:r>
              <a:rPr lang="en-AU" dirty="0" err="1"/>
              <a:t>volorpos</a:t>
            </a:r>
            <a:r>
              <a:rPr lang="en-AU" dirty="0"/>
              <a:t> </a:t>
            </a:r>
            <a:r>
              <a:rPr lang="en-AU" dirty="0" err="1"/>
              <a:t>si</a:t>
            </a:r>
            <a:r>
              <a:rPr lang="en-AU" dirty="0"/>
              <a:t> alim id </a:t>
            </a:r>
            <a:r>
              <a:rPr lang="en-AU" dirty="0" err="1"/>
              <a:t>auteceseque</a:t>
            </a:r>
            <a:r>
              <a:rPr lang="en-AU" dirty="0"/>
              <a:t>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AU" dirty="0"/>
              <a:t>Alit fugit rem </a:t>
            </a:r>
            <a:r>
              <a:rPr lang="en-AU" dirty="0" err="1"/>
              <a:t>autatiati</a:t>
            </a:r>
            <a:r>
              <a:rPr lang="en-AU" dirty="0"/>
              <a:t> </a:t>
            </a:r>
            <a:r>
              <a:rPr lang="en-AU" dirty="0" err="1"/>
              <a:t>sa</a:t>
            </a:r>
            <a:r>
              <a:rPr lang="en-AU" dirty="0"/>
              <a:t> </a:t>
            </a:r>
            <a:r>
              <a:rPr lang="en-AU" dirty="0" err="1"/>
              <a:t>dion</a:t>
            </a:r>
            <a:r>
              <a:rPr lang="en-AU" dirty="0"/>
              <a:t> </a:t>
            </a:r>
            <a:r>
              <a:rPr lang="en-AU" dirty="0" err="1"/>
              <a:t>nimus</a:t>
            </a:r>
            <a:r>
              <a:rPr lang="en-AU" dirty="0"/>
              <a:t> porrum </a:t>
            </a:r>
            <a:r>
              <a:rPr lang="en-AU" dirty="0" err="1"/>
              <a:t>quaspid</a:t>
            </a:r>
            <a:r>
              <a:rPr lang="en-AU" dirty="0"/>
              <a:t> </a:t>
            </a:r>
            <a:r>
              <a:rPr lang="en-AU" dirty="0" err="1"/>
              <a:t>eriasi</a:t>
            </a:r>
            <a:r>
              <a:rPr lang="en-AU" dirty="0"/>
              <a:t> </a:t>
            </a:r>
            <a:r>
              <a:rPr lang="en-AU" dirty="0" err="1"/>
              <a:t>nisit</a:t>
            </a:r>
            <a:r>
              <a:rPr lang="en-AU" dirty="0"/>
              <a:t> ate rem quo cone</a:t>
            </a:r>
            <a:br>
              <a:rPr lang="en-AU" dirty="0"/>
            </a:br>
            <a:r>
              <a:rPr lang="en-AU" dirty="0" err="1"/>
              <a:t>sanpeligni</a:t>
            </a:r>
            <a:r>
              <a:rPr lang="en-AU" dirty="0"/>
              <a:t> </a:t>
            </a:r>
            <a:r>
              <a:rPr lang="en-AU" dirty="0" err="1"/>
              <a:t>dolupquaspid</a:t>
            </a:r>
            <a:r>
              <a:rPr lang="en-AU" dirty="0"/>
              <a:t> </a:t>
            </a:r>
            <a:r>
              <a:rPr lang="en-AU" dirty="0" err="1"/>
              <a:t>isiteceseque</a:t>
            </a:r>
            <a:r>
              <a:rPr lang="en-AU" dirty="0"/>
              <a:t> </a:t>
            </a:r>
            <a:r>
              <a:rPr lang="en-AU" dirty="0" err="1"/>
              <a:t>volorpos</a:t>
            </a:r>
            <a:r>
              <a:rPr lang="en-AU" dirty="0"/>
              <a:t> </a:t>
            </a:r>
            <a:r>
              <a:rPr lang="en-AU" dirty="0" err="1"/>
              <a:t>si</a:t>
            </a:r>
            <a:r>
              <a:rPr lang="en-AU" dirty="0"/>
              <a:t> alim id </a:t>
            </a:r>
            <a:r>
              <a:rPr lang="en-AU" dirty="0" err="1"/>
              <a:t>auteceseque</a:t>
            </a:r>
            <a:r>
              <a:rPr lang="en-AU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234FED-B38A-724E-9B6F-B1A67A2D9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Subheading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A25AB-D6FA-094E-944A-8912ACBBC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CEE03-1285-CE48-AE9A-9CDB8F915B37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4647C3-81F4-DA43-BB9C-EDFB58E49EC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</a:p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CE5E8-4C52-9C4A-8C72-9A072EB85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64ABD-8969-C341-9430-0F8CBFC17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Subheading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14F35-B6DF-525C-1645-39F88BB18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32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828E0-128C-2D47-B61E-E46A72DF9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01950" y="1806030"/>
            <a:ext cx="0" cy="2707604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E901C8-80DE-FA48-9855-56E8EBC34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823714"/>
            <a:ext cx="6419751" cy="0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727F0AD-C7D8-F54A-A69E-C4BB1005B7C5}"/>
              </a:ext>
            </a:extLst>
          </p:cNvPr>
          <p:cNvSpPr/>
          <p:nvPr/>
        </p:nvSpPr>
        <p:spPr>
          <a:xfrm>
            <a:off x="691335" y="2202440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2A068D-3535-0549-8651-D9D3EADB50FD}"/>
              </a:ext>
            </a:extLst>
          </p:cNvPr>
          <p:cNvSpPr/>
          <p:nvPr/>
        </p:nvSpPr>
        <p:spPr>
          <a:xfrm>
            <a:off x="691335" y="3148328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18E322B-EA6E-CB40-85BB-B3C9958E145F}"/>
              </a:ext>
            </a:extLst>
          </p:cNvPr>
          <p:cNvSpPr/>
          <p:nvPr/>
        </p:nvSpPr>
        <p:spPr>
          <a:xfrm>
            <a:off x="691335" y="4094216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2BD0D2-FC95-5D49-8980-AEA5B5EA3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454483" y="1806030"/>
            <a:ext cx="0" cy="2707604"/>
          </a:xfrm>
          <a:prstGeom prst="line">
            <a:avLst/>
          </a:prstGeom>
          <a:ln w="5334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4D07340-18BA-6440-B938-61E7BADA7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868" y="2202440"/>
            <a:ext cx="622570" cy="62257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AC93EAA-F544-2247-A587-3D6A2E35F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868" y="3148328"/>
            <a:ext cx="622570" cy="62257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E45273D-39C7-774C-AF80-1921695F6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868" y="4094216"/>
            <a:ext cx="622570" cy="62257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A3401F-A52B-2249-9683-1619022C2A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12165" y="4252364"/>
            <a:ext cx="298288" cy="2982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DE21739-2512-E949-B0F1-D720C60089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12165" y="3297122"/>
            <a:ext cx="298288" cy="2982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0BCDD05-27CE-354D-9134-1F5434A9A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12165" y="2368336"/>
            <a:ext cx="298288" cy="29828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F539BD8-ECB1-2541-A910-2AAB7F0B0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419751" y="1823714"/>
            <a:ext cx="5088308" cy="0"/>
          </a:xfrm>
          <a:prstGeom prst="line">
            <a:avLst/>
          </a:prstGeom>
          <a:ln w="5334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69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862920-DF38-AD65-9631-EB3036D85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2BCAE-FBB0-C5E9-30EF-21AD2314415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74254" y="3915942"/>
            <a:ext cx="4037013" cy="1679266"/>
          </a:xfrm>
        </p:spPr>
        <p:txBody>
          <a:bodyPr/>
          <a:lstStyle/>
          <a:p>
            <a:r>
              <a:rPr lang="en-AU" sz="2000" b="0" dirty="0">
                <a:solidFill>
                  <a:schemeClr val="bg1"/>
                </a:solidFill>
              </a:rPr>
              <a:t>Alit fugit rem </a:t>
            </a:r>
            <a:r>
              <a:rPr lang="en-AU" sz="2000" b="0" dirty="0" err="1">
                <a:solidFill>
                  <a:schemeClr val="bg1"/>
                </a:solidFill>
              </a:rPr>
              <a:t>autatiati</a:t>
            </a:r>
            <a:r>
              <a:rPr lang="en-AU" sz="2000" b="0" dirty="0">
                <a:solidFill>
                  <a:schemeClr val="bg1"/>
                </a:solidFill>
              </a:rPr>
              <a:t> </a:t>
            </a:r>
            <a:r>
              <a:rPr lang="en-AU" sz="2000" b="0" dirty="0" err="1">
                <a:solidFill>
                  <a:schemeClr val="bg1"/>
                </a:solidFill>
              </a:rPr>
              <a:t>sa</a:t>
            </a:r>
            <a:r>
              <a:rPr lang="en-AU" sz="2000" b="0" dirty="0">
                <a:solidFill>
                  <a:schemeClr val="bg1"/>
                </a:solidFill>
              </a:rPr>
              <a:t> </a:t>
            </a:r>
            <a:r>
              <a:rPr lang="en-AU" sz="2000" b="0" dirty="0" err="1">
                <a:solidFill>
                  <a:schemeClr val="bg1"/>
                </a:solidFill>
              </a:rPr>
              <a:t>dion</a:t>
            </a:r>
            <a:r>
              <a:rPr lang="en-AU" sz="2000" b="0" dirty="0">
                <a:solidFill>
                  <a:schemeClr val="bg1"/>
                </a:solidFill>
              </a:rPr>
              <a:t> </a:t>
            </a:r>
            <a:r>
              <a:rPr lang="en-AU" sz="2000" b="0" dirty="0" err="1">
                <a:solidFill>
                  <a:schemeClr val="bg1"/>
                </a:solidFill>
              </a:rPr>
              <a:t>nimus</a:t>
            </a:r>
            <a:r>
              <a:rPr lang="en-AU" sz="2000" b="0" dirty="0">
                <a:solidFill>
                  <a:schemeClr val="bg1"/>
                </a:solidFill>
              </a:rPr>
              <a:t> porrum </a:t>
            </a:r>
            <a:r>
              <a:rPr lang="en-AU" sz="2000" b="0" dirty="0" err="1">
                <a:solidFill>
                  <a:schemeClr val="bg1"/>
                </a:solidFill>
              </a:rPr>
              <a:t>quaspid</a:t>
            </a:r>
            <a:r>
              <a:rPr lang="en-AU" sz="2000" b="0" dirty="0">
                <a:solidFill>
                  <a:schemeClr val="bg1"/>
                </a:solidFill>
              </a:rPr>
              <a:t> </a:t>
            </a:r>
            <a:r>
              <a:rPr lang="en-AU" sz="2000" b="0" dirty="0" err="1">
                <a:solidFill>
                  <a:schemeClr val="bg1"/>
                </a:solidFill>
              </a:rPr>
              <a:t>eriasi</a:t>
            </a:r>
            <a:r>
              <a:rPr lang="en-AU" sz="2000" b="0" dirty="0">
                <a:solidFill>
                  <a:schemeClr val="bg1"/>
                </a:solidFill>
              </a:rPr>
              <a:t> </a:t>
            </a:r>
            <a:r>
              <a:rPr lang="en-AU" sz="2000" b="0" dirty="0" err="1">
                <a:solidFill>
                  <a:schemeClr val="bg1"/>
                </a:solidFill>
              </a:rPr>
              <a:t>nisit</a:t>
            </a:r>
            <a:r>
              <a:rPr lang="en-AU" sz="2000" b="0" dirty="0">
                <a:solidFill>
                  <a:schemeClr val="bg1"/>
                </a:solidFill>
              </a:rPr>
              <a:t> ate rem quo cone </a:t>
            </a:r>
            <a:r>
              <a:rPr lang="en-AU" sz="2000" b="0" dirty="0" err="1">
                <a:solidFill>
                  <a:schemeClr val="bg1"/>
                </a:solidFill>
              </a:rPr>
              <a:t>isiteceseque</a:t>
            </a:r>
            <a:r>
              <a:rPr lang="en-AU" sz="2000" b="0" dirty="0">
                <a:solidFill>
                  <a:schemeClr val="bg1"/>
                </a:solidFill>
              </a:rPr>
              <a:t> </a:t>
            </a:r>
            <a:r>
              <a:rPr lang="en-AU" sz="2000" b="0" dirty="0" err="1">
                <a:solidFill>
                  <a:schemeClr val="bg1"/>
                </a:solidFill>
              </a:rPr>
              <a:t>volorpos</a:t>
            </a:r>
            <a:r>
              <a:rPr lang="en-AU" sz="2000" b="0" dirty="0">
                <a:solidFill>
                  <a:schemeClr val="bg1"/>
                </a:solidFill>
              </a:rPr>
              <a:t> </a:t>
            </a:r>
            <a:r>
              <a:rPr lang="en-AU" sz="2000" b="0" dirty="0" err="1">
                <a:solidFill>
                  <a:schemeClr val="bg1"/>
                </a:solidFill>
              </a:rPr>
              <a:t>si</a:t>
            </a:r>
            <a:r>
              <a:rPr lang="en-AU" sz="2000" b="0" dirty="0">
                <a:solidFill>
                  <a:schemeClr val="bg1"/>
                </a:solidFill>
              </a:rPr>
              <a:t> alim id </a:t>
            </a:r>
            <a:r>
              <a:rPr lang="en-AU" sz="2000" b="0" dirty="0" err="1">
                <a:solidFill>
                  <a:schemeClr val="bg1"/>
                </a:solidFill>
              </a:rPr>
              <a:t>auteceseque</a:t>
            </a:r>
            <a:r>
              <a:rPr lang="en-AU" sz="2000" b="0" dirty="0">
                <a:solidFill>
                  <a:schemeClr val="bg1"/>
                </a:solidFill>
              </a:rPr>
              <a:t>.</a:t>
            </a:r>
            <a:endParaRPr lang="en-US" sz="2000" b="0" dirty="0">
              <a:solidFill>
                <a:schemeClr val="bg1"/>
              </a:solidFill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345C026-833B-F40F-FA7F-F5792AEA8A64}"/>
              </a:ext>
            </a:extLst>
          </p:cNvPr>
          <p:cNvSpPr txBox="1">
            <a:spLocks/>
          </p:cNvSpPr>
          <p:nvPr/>
        </p:nvSpPr>
        <p:spPr>
          <a:xfrm>
            <a:off x="6401656" y="1339424"/>
            <a:ext cx="4552856" cy="20000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kern="1200" smtClean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dirty="0"/>
              <a:t>Asa </a:t>
            </a:r>
            <a:r>
              <a:rPr lang="en-AU" sz="2000" dirty="0" err="1"/>
              <a:t>dion</a:t>
            </a:r>
            <a:r>
              <a:rPr lang="en-AU" sz="2000" dirty="0"/>
              <a:t> </a:t>
            </a:r>
            <a:r>
              <a:rPr lang="en-AU" sz="2000" dirty="0" err="1"/>
              <a:t>nimus</a:t>
            </a:r>
            <a:r>
              <a:rPr lang="en-AU" sz="2000" dirty="0"/>
              <a:t> porrum </a:t>
            </a:r>
            <a:r>
              <a:rPr lang="en-AU" sz="2000" dirty="0" err="1"/>
              <a:t>quaspid</a:t>
            </a:r>
            <a:r>
              <a:rPr lang="en-AU" sz="2000" dirty="0"/>
              <a:t> </a:t>
            </a:r>
            <a:r>
              <a:rPr lang="en-AU" sz="2000" dirty="0" err="1"/>
              <a:t>eriasi</a:t>
            </a:r>
            <a:r>
              <a:rPr lang="en-AU" sz="2000" dirty="0"/>
              <a:t> </a:t>
            </a:r>
            <a:r>
              <a:rPr lang="en-AU" sz="2000" dirty="0" err="1"/>
              <a:t>nisit</a:t>
            </a:r>
            <a:r>
              <a:rPr lang="en-AU" sz="2000" dirty="0"/>
              <a:t> ate rem quo cone </a:t>
            </a:r>
            <a:r>
              <a:rPr lang="en-AU" sz="2000" dirty="0" err="1"/>
              <a:t>sanpeligni</a:t>
            </a:r>
            <a:r>
              <a:rPr lang="en-AU" sz="2000" dirty="0"/>
              <a:t> </a:t>
            </a:r>
            <a:r>
              <a:rPr lang="en-AU" sz="2000" dirty="0" err="1"/>
              <a:t>dolupquaspid</a:t>
            </a:r>
            <a:r>
              <a:rPr lang="en-AU" sz="2000" dirty="0"/>
              <a:t> </a:t>
            </a:r>
            <a:r>
              <a:rPr lang="en-AU" sz="2000" dirty="0" err="1"/>
              <a:t>isiteceseque</a:t>
            </a:r>
            <a:r>
              <a:rPr lang="en-AU" sz="2000" dirty="0"/>
              <a:t> </a:t>
            </a:r>
            <a:r>
              <a:rPr lang="en-AU" sz="2000" dirty="0" err="1"/>
              <a:t>vauteceseque</a:t>
            </a:r>
            <a:r>
              <a:rPr lang="en-AU" sz="2000" dirty="0"/>
              <a:t>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2E0FD-035A-5729-A65E-E9E0B5B6791C}"/>
              </a:ext>
            </a:extLst>
          </p:cNvPr>
          <p:cNvSpPr txBox="1">
            <a:spLocks/>
          </p:cNvSpPr>
          <p:nvPr/>
        </p:nvSpPr>
        <p:spPr>
          <a:xfrm>
            <a:off x="6401656" y="3154785"/>
            <a:ext cx="3606800" cy="19240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kern="1200" smtClean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dirty="0"/>
              <a:t>Sion </a:t>
            </a:r>
            <a:r>
              <a:rPr lang="en-AU" sz="2000" dirty="0" err="1"/>
              <a:t>nimus</a:t>
            </a:r>
            <a:r>
              <a:rPr lang="en-AU" sz="2000" dirty="0"/>
              <a:t> porrum </a:t>
            </a:r>
            <a:r>
              <a:rPr lang="en-AU" sz="2000" dirty="0" err="1"/>
              <a:t>quaspid</a:t>
            </a:r>
            <a:r>
              <a:rPr lang="en-AU" sz="2000" dirty="0"/>
              <a:t> </a:t>
            </a:r>
            <a:r>
              <a:rPr lang="en-AU" sz="2000" dirty="0" err="1"/>
              <a:t>eriasi</a:t>
            </a:r>
            <a:r>
              <a:rPr lang="en-AU" sz="2000" dirty="0"/>
              <a:t> </a:t>
            </a:r>
            <a:r>
              <a:rPr lang="en-AU" sz="2000" dirty="0" err="1"/>
              <a:t>nisit</a:t>
            </a:r>
            <a:r>
              <a:rPr lang="en-AU" sz="2000" dirty="0"/>
              <a:t> ate rem quo cone </a:t>
            </a:r>
            <a:r>
              <a:rPr lang="en-AU" sz="2000" dirty="0" err="1"/>
              <a:t>sanpeligni</a:t>
            </a:r>
            <a:r>
              <a:rPr lang="en-AU" sz="2000" dirty="0"/>
              <a:t> </a:t>
            </a:r>
            <a:r>
              <a:rPr lang="en-AU" sz="2000" dirty="0" err="1"/>
              <a:t>dolupquaspid</a:t>
            </a:r>
            <a:r>
              <a:rPr lang="en-AU" sz="2000" dirty="0"/>
              <a:t> </a:t>
            </a:r>
            <a:r>
              <a:rPr lang="en-AU" sz="2000" dirty="0" err="1"/>
              <a:t>isitece</a:t>
            </a:r>
            <a:r>
              <a:rPr lang="en-AU" sz="2000" dirty="0"/>
              <a:t> </a:t>
            </a:r>
            <a:r>
              <a:rPr lang="en-AU" sz="2000" dirty="0" err="1"/>
              <a:t>seque</a:t>
            </a:r>
            <a:r>
              <a:rPr lang="en-AU" sz="2000" dirty="0"/>
              <a:t> </a:t>
            </a:r>
            <a:r>
              <a:rPr lang="en-AU" sz="2000" dirty="0" err="1"/>
              <a:t>vauteceseque</a:t>
            </a:r>
            <a:r>
              <a:rPr lang="en-AU" sz="2000" dirty="0"/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312A0B-02D1-22E0-4EE3-D49165FA1876}"/>
              </a:ext>
            </a:extLst>
          </p:cNvPr>
          <p:cNvSpPr/>
          <p:nvPr/>
        </p:nvSpPr>
        <p:spPr>
          <a:xfrm>
            <a:off x="768787" y="2177983"/>
            <a:ext cx="1481032" cy="1481032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DB4D61-0B08-E806-7478-11D56F5051D4}"/>
              </a:ext>
            </a:extLst>
          </p:cNvPr>
          <p:cNvSpPr/>
          <p:nvPr/>
        </p:nvSpPr>
        <p:spPr>
          <a:xfrm>
            <a:off x="4706439" y="1262792"/>
            <a:ext cx="1481032" cy="1481032"/>
          </a:xfrm>
          <a:prstGeom prst="ellipse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4FC5CAF4-DEF0-4D0D-BB55-FB400B909FAA}"/>
              </a:ext>
            </a:extLst>
          </p:cNvPr>
          <p:cNvSpPr/>
          <p:nvPr/>
        </p:nvSpPr>
        <p:spPr>
          <a:xfrm>
            <a:off x="10008456" y="3518553"/>
            <a:ext cx="1481032" cy="1481032"/>
          </a:xfrm>
          <a:prstGeom prst="triangl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07C1DD-00D9-4339-3686-825597C4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70296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34">
            <a:extLst>
              <a:ext uri="{FF2B5EF4-FFF2-40B4-BE49-F238E27FC236}">
                <a16:creationId xmlns:a16="http://schemas.microsoft.com/office/drawing/2014/main" id="{BE8BA836-AAE5-5178-1554-9839F7C3456E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44393" y="530942"/>
            <a:ext cx="6122355" cy="565954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8085E-07CA-454F-A9BF-5D440842C5E5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AU" sz="1800" b="0" dirty="0" err="1"/>
              <a:t>Tiunt</a:t>
            </a:r>
            <a:r>
              <a:rPr lang="en-AU" sz="1800" b="0" dirty="0"/>
              <a:t> </a:t>
            </a:r>
            <a:r>
              <a:rPr lang="en-AU" sz="1800" b="0" dirty="0" err="1"/>
              <a:t>evellen</a:t>
            </a:r>
            <a:r>
              <a:rPr lang="en-AU" sz="1800" b="0" dirty="0"/>
              <a:t> </a:t>
            </a:r>
            <a:r>
              <a:rPr lang="en-AU" sz="1800" b="0" dirty="0" err="1"/>
              <a:t>issedi</a:t>
            </a:r>
            <a:r>
              <a:rPr lang="en-AU" sz="1800" b="0" dirty="0"/>
              <a:t> </a:t>
            </a:r>
            <a:r>
              <a:rPr lang="en-AU" sz="1800" b="0" dirty="0" err="1"/>
              <a:t>dolupientia</a:t>
            </a:r>
            <a:r>
              <a:rPr lang="en-AU" sz="1800" b="0" dirty="0"/>
              <a:t> </a:t>
            </a:r>
            <a:r>
              <a:rPr lang="en-AU" sz="1800" b="0" dirty="0" err="1"/>
              <a:t>comni</a:t>
            </a:r>
            <a:r>
              <a:rPr lang="en-AU" sz="1800" b="0" dirty="0"/>
              <a:t> </a:t>
            </a:r>
            <a:r>
              <a:rPr lang="en-AU" sz="1800" b="0" dirty="0" err="1"/>
              <a:t>hictis</a:t>
            </a:r>
            <a:r>
              <a:rPr lang="en-AU" sz="1800" b="0" dirty="0"/>
              <a:t> es </a:t>
            </a:r>
            <a:r>
              <a:rPr lang="en-AU" sz="1800" b="0" dirty="0" err="1"/>
              <a:t>aut</a:t>
            </a:r>
            <a:r>
              <a:rPr lang="en-AU" sz="1800" b="0" dirty="0"/>
              <a:t> </a:t>
            </a:r>
            <a:r>
              <a:rPr lang="en-AU" sz="1800" b="0" dirty="0" err="1"/>
              <a:t>utaecerum</a:t>
            </a:r>
            <a:r>
              <a:rPr lang="en-AU" sz="1800" b="0" dirty="0"/>
              <a:t> quod </a:t>
            </a:r>
            <a:r>
              <a:rPr lang="en-AU" sz="1800" b="0" dirty="0" err="1"/>
              <a:t>eum</a:t>
            </a:r>
            <a:r>
              <a:rPr lang="en-AU" sz="1800" b="0" dirty="0"/>
              <a:t> </a:t>
            </a:r>
            <a:r>
              <a:rPr lang="en-AU" sz="1800" b="0" dirty="0" err="1"/>
              <a:t>esequi</a:t>
            </a:r>
            <a:r>
              <a:rPr lang="en-AU" sz="1800" b="0" dirty="0"/>
              <a:t> qui dol </a:t>
            </a:r>
            <a:r>
              <a:rPr lang="en-AU" sz="1800" b="0" dirty="0" err="1"/>
              <a:t>oribus</a:t>
            </a:r>
            <a:r>
              <a:rPr lang="en-AU" sz="1800" b="0" dirty="0"/>
              <a:t> </a:t>
            </a:r>
            <a:r>
              <a:rPr lang="en-AU" sz="1800" b="0" dirty="0" err="1"/>
              <a:t>rendaep</a:t>
            </a:r>
            <a:r>
              <a:rPr lang="en-AU" sz="1800" b="0" dirty="0"/>
              <a:t> </a:t>
            </a:r>
            <a:r>
              <a:rPr lang="en-AU" sz="1800" b="0" dirty="0" err="1"/>
              <a:t>elentionsedi</a:t>
            </a:r>
            <a:r>
              <a:rPr lang="en-AU" sz="1800" b="0" dirty="0"/>
              <a:t> </a:t>
            </a:r>
            <a:r>
              <a:rPr lang="en-AU" sz="1800" b="0" dirty="0" err="1"/>
              <a:t>quatur</a:t>
            </a:r>
            <a:r>
              <a:rPr lang="en-AU" sz="1800" b="0" dirty="0"/>
              <a:t> </a:t>
            </a:r>
            <a:r>
              <a:rPr lang="en-AU" sz="1800" b="0" dirty="0" err="1"/>
              <a:t>modi</a:t>
            </a:r>
            <a:r>
              <a:rPr lang="en-AU" sz="1800" b="0" dirty="0"/>
              <a:t> bl </a:t>
            </a:r>
            <a:r>
              <a:rPr lang="en-AU" sz="1800" b="0" dirty="0" err="1"/>
              <a:t>aut</a:t>
            </a:r>
            <a:r>
              <a:rPr lang="en-AU" sz="1800" b="0" dirty="0"/>
              <a:t> </a:t>
            </a:r>
            <a:r>
              <a:rPr lang="en-AU" sz="1800" b="0" dirty="0" err="1"/>
              <a:t>ipiet</a:t>
            </a:r>
            <a:r>
              <a:rPr lang="en-AU" sz="1800" b="0" dirty="0"/>
              <a:t> </a:t>
            </a:r>
            <a:r>
              <a:rPr lang="en-AU" sz="1800" b="0" dirty="0" err="1"/>
              <a:t>repernam</a:t>
            </a:r>
            <a:r>
              <a:rPr lang="en-AU" sz="1800" b="0" dirty="0"/>
              <a:t> </a:t>
            </a:r>
            <a:r>
              <a:rPr lang="en-AU" sz="1800" b="0" dirty="0" err="1"/>
              <a:t>repuditiasi</a:t>
            </a:r>
            <a:r>
              <a:rPr lang="en-AU" sz="1800" b="0" dirty="0"/>
              <a:t> </a:t>
            </a:r>
            <a:r>
              <a:rPr lang="en-AU" sz="1800" b="0" dirty="0" err="1"/>
              <a:t>vollore</a:t>
            </a:r>
            <a:r>
              <a:rPr lang="en-AU" sz="1800" b="0" dirty="0"/>
              <a:t> </a:t>
            </a:r>
            <a:r>
              <a:rPr lang="en-AU" sz="1800" b="0" dirty="0" err="1"/>
              <a:t>praere</a:t>
            </a:r>
            <a:r>
              <a:rPr lang="en-AU" sz="1800" b="0" dirty="0"/>
              <a:t> </a:t>
            </a:r>
            <a:r>
              <a:rPr lang="en-AU" sz="1800" b="0" dirty="0" err="1"/>
              <a:t>volor</a:t>
            </a:r>
            <a:r>
              <a:rPr lang="en-AU" sz="1800" b="0" dirty="0"/>
              <a:t> </a:t>
            </a:r>
            <a:r>
              <a:rPr lang="en-AU" sz="1800" b="0" dirty="0" err="1"/>
              <a:t>mos</a:t>
            </a:r>
            <a:r>
              <a:rPr lang="en-AU" sz="1800" b="0" dirty="0"/>
              <a:t> </a:t>
            </a:r>
            <a:r>
              <a:rPr lang="en-AU" sz="1800" b="0" dirty="0" err="1"/>
              <a:t>easret</a:t>
            </a:r>
            <a:r>
              <a:rPr lang="en-AU" sz="1800" b="0" dirty="0"/>
              <a:t>.</a:t>
            </a:r>
          </a:p>
          <a:p>
            <a:r>
              <a:rPr lang="en-AU" sz="1800" b="0" dirty="0" err="1"/>
              <a:t>Pelignis</a:t>
            </a:r>
            <a:r>
              <a:rPr lang="en-AU" sz="1800" b="0" dirty="0"/>
              <a:t> pores </a:t>
            </a:r>
            <a:r>
              <a:rPr lang="en-AU" sz="1800" b="0" dirty="0" err="1"/>
              <a:t>mosaper</a:t>
            </a:r>
            <a:r>
              <a:rPr lang="en-AU" sz="1800" b="0" dirty="0"/>
              <a:t> </a:t>
            </a:r>
            <a:r>
              <a:rPr lang="en-AU" sz="1800" b="0" dirty="0" err="1"/>
              <a:t>umquas</a:t>
            </a:r>
            <a:r>
              <a:rPr lang="en-AU" dirty="0"/>
              <a:t> </a:t>
            </a:r>
            <a:r>
              <a:rPr lang="en-AU" sz="1800" b="0" dirty="0" err="1"/>
              <a:t>velectiam</a:t>
            </a:r>
            <a:r>
              <a:rPr lang="en-AU" sz="1800" b="0" dirty="0"/>
              <a:t> </a:t>
            </a:r>
            <a:r>
              <a:rPr lang="en-AU" sz="1800" b="0" dirty="0" err="1"/>
              <a:t>fuga</a:t>
            </a:r>
            <a:r>
              <a:rPr lang="en-AU" sz="1800" b="0" dirty="0"/>
              <a:t>. </a:t>
            </a:r>
            <a:r>
              <a:rPr lang="en-AU" sz="1800" b="0" dirty="0" err="1"/>
              <a:t>Simpor</a:t>
            </a:r>
            <a:r>
              <a:rPr lang="en-AU" sz="1800" b="0" dirty="0"/>
              <a:t> </a:t>
            </a:r>
            <a:r>
              <a:rPr lang="en-AU" sz="1800" b="0" dirty="0" err="1"/>
              <a:t>autam</a:t>
            </a:r>
            <a:r>
              <a:rPr lang="en-AU" sz="1800" b="0" dirty="0"/>
              <a:t> id </a:t>
            </a:r>
            <a:r>
              <a:rPr lang="en-AU" sz="1800" b="0" dirty="0" err="1"/>
              <a:t>eosandu</a:t>
            </a:r>
            <a:r>
              <a:rPr lang="en-AU" sz="1800" b="0" dirty="0"/>
              <a:t> </a:t>
            </a:r>
            <a:r>
              <a:rPr lang="en-AU" sz="1800" b="0" dirty="0" err="1"/>
              <a:t>ndundiscia</a:t>
            </a:r>
            <a:r>
              <a:rPr lang="en-AU" sz="1800" b="0" dirty="0"/>
              <a:t> </a:t>
            </a:r>
            <a:r>
              <a:rPr lang="en-AU" sz="1800" b="0" dirty="0" err="1"/>
              <a:t>solorepta</a:t>
            </a:r>
            <a:r>
              <a:rPr lang="en-AU" sz="1800" b="0" dirty="0"/>
              <a:t> </a:t>
            </a:r>
            <a:r>
              <a:rPr lang="en-AU" sz="1800" b="0" dirty="0" err="1"/>
              <a:t>autquae</a:t>
            </a:r>
            <a:r>
              <a:rPr lang="en-AU" dirty="0"/>
              <a:t> </a:t>
            </a:r>
            <a:r>
              <a:rPr lang="en-AU" sz="1800" b="0" dirty="0"/>
              <a:t>peri </a:t>
            </a:r>
            <a:r>
              <a:rPr lang="en-AU" sz="1800" b="0" dirty="0" err="1"/>
              <a:t>aut</a:t>
            </a:r>
            <a:r>
              <a:rPr lang="en-AU" sz="1800" b="0" dirty="0"/>
              <a:t> </a:t>
            </a:r>
            <a:r>
              <a:rPr lang="en-AU" sz="1800" b="0" dirty="0" err="1"/>
              <a:t>esed</a:t>
            </a:r>
            <a:r>
              <a:rPr lang="en-AU" sz="1800" b="0" dirty="0"/>
              <a:t> </a:t>
            </a:r>
            <a:r>
              <a:rPr lang="en-AU" sz="1800" b="0" dirty="0" err="1"/>
              <a:t>moluptae</a:t>
            </a:r>
            <a:r>
              <a:rPr lang="en-AU" sz="1800" b="0" dirty="0"/>
              <a:t> illume </a:t>
            </a:r>
            <a:r>
              <a:rPr lang="en-AU" sz="1800" b="0" dirty="0" err="1"/>
              <a:t>praecto</a:t>
            </a:r>
            <a:r>
              <a:rPr lang="en-AU" dirty="0"/>
              <a:t> </a:t>
            </a:r>
            <a:r>
              <a:rPr lang="en-AU" sz="1800" b="0" dirty="0" err="1"/>
              <a:t>dolorer</a:t>
            </a:r>
            <a:r>
              <a:rPr lang="en-AU" sz="1800" b="0" dirty="0"/>
              <a:t> </a:t>
            </a:r>
            <a:r>
              <a:rPr lang="en-AU" sz="1800" b="0" dirty="0" err="1"/>
              <a:t>itatiusa</a:t>
            </a:r>
            <a:r>
              <a:rPr lang="en-AU" sz="1800" b="0" dirty="0"/>
              <a:t> </a:t>
            </a:r>
            <a:r>
              <a:rPr lang="en-AU" sz="1800" b="0" dirty="0" err="1"/>
              <a:t>sam.</a:t>
            </a:r>
            <a:endParaRPr lang="en-AU" sz="1800" b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4FF06-E1C3-5444-A753-71963B20D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Heading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0DACEE-6B35-DB1B-1AEA-01B353258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Subheading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C24C4A-3E3C-C11D-BF8E-1132E19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34</a:t>
            </a:fld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D6E7B2-9D62-C4DF-23BD-B68E5FDDDD63}"/>
              </a:ext>
            </a:extLst>
          </p:cNvPr>
          <p:cNvSpPr/>
          <p:nvPr/>
        </p:nvSpPr>
        <p:spPr>
          <a:xfrm>
            <a:off x="5546163" y="5520652"/>
            <a:ext cx="666275" cy="66627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35714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FB7219-7492-7C62-FBC6-9A314550895A}"/>
              </a:ext>
            </a:extLst>
          </p:cNvPr>
          <p:cNvSpPr/>
          <p:nvPr/>
        </p:nvSpPr>
        <p:spPr>
          <a:xfrm>
            <a:off x="4882820" y="6191724"/>
            <a:ext cx="666275" cy="666275"/>
          </a:xfrm>
          <a:prstGeom prst="rect">
            <a:avLst/>
          </a:prstGeom>
          <a:solidFill>
            <a:srgbClr val="0F4BE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35714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11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5687C-910D-6346-9F29-BCD3C3E32370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noFill/>
        </p:spPr>
        <p:txBody>
          <a:bodyPr/>
          <a:lstStyle/>
          <a:p>
            <a:r>
              <a:rPr lang="en-AU" dirty="0" err="1"/>
              <a:t>Tiunt</a:t>
            </a:r>
            <a:r>
              <a:rPr lang="en-AU" dirty="0"/>
              <a:t> </a:t>
            </a:r>
            <a:r>
              <a:rPr lang="en-AU" dirty="0" err="1"/>
              <a:t>evellen</a:t>
            </a:r>
            <a:r>
              <a:rPr lang="en-AU" dirty="0"/>
              <a:t> </a:t>
            </a:r>
            <a:r>
              <a:rPr lang="en-AU" dirty="0" err="1"/>
              <a:t>issedi</a:t>
            </a:r>
            <a:r>
              <a:rPr lang="en-AU" dirty="0"/>
              <a:t> </a:t>
            </a:r>
            <a:r>
              <a:rPr lang="en-AU" dirty="0" err="1"/>
              <a:t>dolupientia</a:t>
            </a:r>
            <a:br>
              <a:rPr lang="en-AU" dirty="0"/>
            </a:br>
            <a:r>
              <a:rPr lang="en-AU" dirty="0" err="1"/>
              <a:t>comnihictis</a:t>
            </a:r>
            <a:r>
              <a:rPr lang="en-AU" dirty="0"/>
              <a:t> es </a:t>
            </a:r>
            <a:r>
              <a:rPr lang="en-AU" dirty="0" err="1"/>
              <a:t>aut</a:t>
            </a:r>
            <a:r>
              <a:rPr lang="en-AU" dirty="0"/>
              <a:t> </a:t>
            </a:r>
            <a:r>
              <a:rPr lang="en-AU" dirty="0" err="1"/>
              <a:t>utaecerum</a:t>
            </a:r>
            <a:r>
              <a:rPr lang="en-AU" dirty="0"/>
              <a:t> quod</a:t>
            </a:r>
            <a:br>
              <a:rPr lang="en-AU" dirty="0"/>
            </a:br>
            <a:r>
              <a:rPr lang="en-AU" dirty="0" err="1"/>
              <a:t>eum</a:t>
            </a:r>
            <a:r>
              <a:rPr lang="en-AU" dirty="0"/>
              <a:t> </a:t>
            </a:r>
            <a:r>
              <a:rPr lang="en-AU" dirty="0" err="1"/>
              <a:t>esequi</a:t>
            </a:r>
            <a:r>
              <a:rPr lang="en-AU" dirty="0"/>
              <a:t> qui </a:t>
            </a:r>
            <a:r>
              <a:rPr lang="en-AU" dirty="0" err="1"/>
              <a:t>doloribus</a:t>
            </a:r>
            <a:r>
              <a:rPr lang="en-AU" dirty="0"/>
              <a:t> </a:t>
            </a:r>
            <a:r>
              <a:rPr lang="en-AU" dirty="0" err="1"/>
              <a:t>rendaep</a:t>
            </a:r>
            <a:br>
              <a:rPr lang="en-AU" dirty="0"/>
            </a:br>
            <a:r>
              <a:rPr lang="en-AU" dirty="0" err="1"/>
              <a:t>elentionsedi</a:t>
            </a:r>
            <a:r>
              <a:rPr lang="en-AU" dirty="0"/>
              <a:t> </a:t>
            </a:r>
            <a:r>
              <a:rPr lang="en-AU" dirty="0" err="1"/>
              <a:t>quatur</a:t>
            </a:r>
            <a:r>
              <a:rPr lang="en-AU" dirty="0"/>
              <a:t> </a:t>
            </a:r>
            <a:r>
              <a:rPr lang="en-AU" dirty="0" err="1"/>
              <a:t>modi</a:t>
            </a:r>
            <a:r>
              <a:rPr lang="en-AU" dirty="0"/>
              <a:t> </a:t>
            </a:r>
            <a:r>
              <a:rPr lang="en-AU" dirty="0" err="1"/>
              <a:t>blaut</a:t>
            </a:r>
            <a:r>
              <a:rPr lang="en-AU" dirty="0"/>
              <a:t> </a:t>
            </a:r>
            <a:r>
              <a:rPr lang="en-AU" dirty="0" err="1"/>
              <a:t>ipiet</a:t>
            </a:r>
            <a:br>
              <a:rPr lang="en-AU" dirty="0"/>
            </a:br>
            <a:r>
              <a:rPr lang="en-AU" dirty="0" err="1"/>
              <a:t>repernam</a:t>
            </a:r>
            <a:r>
              <a:rPr lang="en-AU" dirty="0"/>
              <a:t> </a:t>
            </a:r>
            <a:r>
              <a:rPr lang="en-AU" dirty="0" err="1"/>
              <a:t>repuditiasi</a:t>
            </a:r>
            <a:r>
              <a:rPr lang="en-AU" dirty="0"/>
              <a:t> </a:t>
            </a:r>
            <a:r>
              <a:rPr lang="en-AU" dirty="0" err="1"/>
              <a:t>vollore</a:t>
            </a:r>
            <a:r>
              <a:rPr lang="en-AU" dirty="0"/>
              <a:t> </a:t>
            </a:r>
            <a:r>
              <a:rPr lang="en-AU" dirty="0" err="1"/>
              <a:t>praere</a:t>
            </a:r>
            <a:br>
              <a:rPr lang="en-AU" dirty="0"/>
            </a:br>
            <a:r>
              <a:rPr lang="en-AU" dirty="0" err="1"/>
              <a:t>volor</a:t>
            </a:r>
            <a:r>
              <a:rPr lang="en-AU" dirty="0"/>
              <a:t> </a:t>
            </a:r>
            <a:r>
              <a:rPr lang="en-AU" dirty="0" err="1"/>
              <a:t>mos</a:t>
            </a:r>
            <a:r>
              <a:rPr lang="en-AU" dirty="0"/>
              <a:t> et.</a:t>
            </a:r>
          </a:p>
          <a:p>
            <a:r>
              <a:rPr lang="en-AU" dirty="0" err="1"/>
              <a:t>Pelignis</a:t>
            </a:r>
            <a:r>
              <a:rPr lang="en-AU" dirty="0"/>
              <a:t> pores </a:t>
            </a:r>
            <a:r>
              <a:rPr lang="en-AU" dirty="0" err="1"/>
              <a:t>mosaper</a:t>
            </a:r>
            <a:r>
              <a:rPr lang="en-AU" dirty="0"/>
              <a:t> </a:t>
            </a:r>
            <a:r>
              <a:rPr lang="en-AU" dirty="0" err="1"/>
              <a:t>umquas</a:t>
            </a:r>
            <a:br>
              <a:rPr lang="en-AU" dirty="0"/>
            </a:br>
            <a:r>
              <a:rPr lang="en-AU" dirty="0" err="1"/>
              <a:t>velectiam</a:t>
            </a:r>
            <a:r>
              <a:rPr lang="en-AU" dirty="0"/>
              <a:t> </a:t>
            </a:r>
            <a:r>
              <a:rPr lang="en-AU" dirty="0" err="1"/>
              <a:t>fuga</a:t>
            </a:r>
            <a:r>
              <a:rPr lang="en-AU" dirty="0"/>
              <a:t>. </a:t>
            </a:r>
            <a:r>
              <a:rPr lang="en-AU" dirty="0" err="1"/>
              <a:t>Simpor</a:t>
            </a:r>
            <a:r>
              <a:rPr lang="en-AU" dirty="0"/>
              <a:t> </a:t>
            </a:r>
            <a:r>
              <a:rPr lang="en-AU" dirty="0" err="1"/>
              <a:t>autam</a:t>
            </a:r>
            <a:r>
              <a:rPr lang="en-AU" dirty="0"/>
              <a:t> id</a:t>
            </a:r>
            <a:br>
              <a:rPr lang="en-AU" dirty="0"/>
            </a:br>
            <a:r>
              <a:rPr lang="en-AU" dirty="0" err="1"/>
              <a:t>eosandu</a:t>
            </a:r>
            <a:r>
              <a:rPr lang="en-AU" dirty="0"/>
              <a:t> </a:t>
            </a:r>
            <a:r>
              <a:rPr lang="en-AU" dirty="0" err="1"/>
              <a:t>ndundiscia</a:t>
            </a:r>
            <a:r>
              <a:rPr lang="en-AU" dirty="0"/>
              <a:t> </a:t>
            </a:r>
            <a:r>
              <a:rPr lang="en-AU" dirty="0" err="1"/>
              <a:t>solorepta</a:t>
            </a:r>
            <a:r>
              <a:rPr lang="en-AU" dirty="0"/>
              <a:t> </a:t>
            </a:r>
            <a:r>
              <a:rPr lang="en-AU" dirty="0" err="1"/>
              <a:t>autquae</a:t>
            </a:r>
            <a:br>
              <a:rPr lang="en-AU" dirty="0"/>
            </a:br>
            <a:r>
              <a:rPr lang="en-AU" dirty="0"/>
              <a:t>peri </a:t>
            </a:r>
            <a:r>
              <a:rPr lang="en-AU" dirty="0" err="1"/>
              <a:t>aut</a:t>
            </a:r>
            <a:r>
              <a:rPr lang="en-AU" dirty="0"/>
              <a:t> </a:t>
            </a:r>
            <a:r>
              <a:rPr lang="en-AU" dirty="0" err="1"/>
              <a:t>esed</a:t>
            </a:r>
            <a:r>
              <a:rPr lang="en-AU" dirty="0"/>
              <a:t> </a:t>
            </a:r>
            <a:r>
              <a:rPr lang="en-AU" dirty="0" err="1"/>
              <a:t>moluptae</a:t>
            </a:r>
            <a:r>
              <a:rPr lang="en-AU" dirty="0"/>
              <a:t> illume </a:t>
            </a:r>
            <a:r>
              <a:rPr lang="en-AU" dirty="0" err="1"/>
              <a:t>praecto</a:t>
            </a:r>
            <a:br>
              <a:rPr lang="en-AU" dirty="0"/>
            </a:br>
            <a:r>
              <a:rPr lang="en-AU" dirty="0" err="1"/>
              <a:t>dolorer</a:t>
            </a:r>
            <a:r>
              <a:rPr lang="en-AU" dirty="0"/>
              <a:t> </a:t>
            </a:r>
            <a:r>
              <a:rPr lang="en-AU" dirty="0" err="1"/>
              <a:t>itatiusa</a:t>
            </a:r>
            <a:r>
              <a:rPr lang="en-AU" dirty="0"/>
              <a:t> </a:t>
            </a:r>
            <a:r>
              <a:rPr lang="en-AU" dirty="0" err="1"/>
              <a:t>sam.</a:t>
            </a:r>
            <a:endParaRPr lang="en-AU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178FBE-E8F7-8F41-BDD4-63C5E034901F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AU" sz="2400" dirty="0"/>
              <a:t>Title</a:t>
            </a:r>
            <a:endParaRPr lang="en-AU" dirty="0"/>
          </a:p>
          <a:p>
            <a:r>
              <a:rPr lang="en-AU" dirty="0" err="1"/>
              <a:t>Musaperchil</a:t>
            </a:r>
            <a:r>
              <a:rPr lang="en-AU" dirty="0"/>
              <a:t> </a:t>
            </a:r>
            <a:r>
              <a:rPr lang="en-AU" dirty="0" err="1"/>
              <a:t>ilis</a:t>
            </a:r>
            <a:r>
              <a:rPr lang="en-AU" dirty="0"/>
              <a:t> sit </a:t>
            </a:r>
            <a:r>
              <a:rPr lang="en-AU" dirty="0" err="1"/>
              <a:t>audae</a:t>
            </a:r>
            <a:r>
              <a:rPr lang="en-AU" dirty="0"/>
              <a:t> </a:t>
            </a:r>
            <a:r>
              <a:rPr lang="en-AU" dirty="0" err="1"/>
              <a:t>eostrum</a:t>
            </a:r>
            <a:r>
              <a:rPr lang="en-AU" dirty="0"/>
              <a:t> </a:t>
            </a:r>
            <a:r>
              <a:rPr lang="en-AU" dirty="0" err="1"/>
              <a:t>laut</a:t>
            </a:r>
            <a:r>
              <a:rPr lang="en-AU" dirty="0"/>
              <a:t> </a:t>
            </a:r>
            <a:r>
              <a:rPr lang="en-AU" dirty="0" err="1"/>
              <a:t>untis</a:t>
            </a:r>
            <a:r>
              <a:rPr lang="en-AU" dirty="0"/>
              <a:t> accus </a:t>
            </a:r>
            <a:r>
              <a:rPr lang="en-AU" dirty="0" err="1"/>
              <a:t>magnima</a:t>
            </a:r>
            <a:r>
              <a:rPr lang="en-AU" dirty="0"/>
              <a:t> </a:t>
            </a:r>
            <a:r>
              <a:rPr lang="en-AU" dirty="0" err="1"/>
              <a:t>vendel</a:t>
            </a:r>
            <a:r>
              <a:rPr lang="en-AU" dirty="0"/>
              <a:t> </a:t>
            </a:r>
            <a:r>
              <a:rPr lang="en-AU" dirty="0" err="1"/>
              <a:t>maio</a:t>
            </a:r>
            <a:r>
              <a:rPr lang="en-AU" dirty="0"/>
              <a:t> </a:t>
            </a:r>
            <a:r>
              <a:rPr lang="en-AU" dirty="0" err="1"/>
              <a:t>inulparum</a:t>
            </a:r>
            <a:r>
              <a:rPr lang="en-AU" dirty="0"/>
              <a:t> voles sit, se </a:t>
            </a:r>
            <a:r>
              <a:rPr lang="en-AU" dirty="0" err="1"/>
              <a:t>porro</a:t>
            </a:r>
            <a:r>
              <a:rPr lang="en-AU" dirty="0"/>
              <a:t> </a:t>
            </a:r>
            <a:r>
              <a:rPr lang="en-AU" dirty="0" err="1"/>
              <a:t>quam</a:t>
            </a:r>
            <a:r>
              <a:rPr lang="en-AU" dirty="0"/>
              <a:t> </a:t>
            </a:r>
            <a:r>
              <a:rPr lang="en-AU" dirty="0" err="1"/>
              <a:t>endenti</a:t>
            </a:r>
            <a:r>
              <a:rPr lang="en-AU" dirty="0"/>
              <a:t> </a:t>
            </a:r>
            <a:r>
              <a:rPr lang="en-AU" dirty="0" err="1"/>
              <a:t>urisquatur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99921F-650C-624F-891F-D7252E333FEC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lang="en-AU" sz="2400" dirty="0"/>
              <a:t>Title</a:t>
            </a:r>
            <a:endParaRPr lang="en-AU" dirty="0"/>
          </a:p>
          <a:p>
            <a:r>
              <a:rPr lang="en-AU" dirty="0" err="1"/>
              <a:t>Musaperchil</a:t>
            </a:r>
            <a:br>
              <a:rPr lang="en-AU" dirty="0"/>
            </a:br>
            <a:r>
              <a:rPr lang="en-AU" dirty="0" err="1"/>
              <a:t>ilis</a:t>
            </a:r>
            <a:r>
              <a:rPr lang="en-AU" dirty="0"/>
              <a:t> sit </a:t>
            </a:r>
            <a:r>
              <a:rPr lang="en-AU" dirty="0" err="1"/>
              <a:t>audae</a:t>
            </a:r>
            <a:br>
              <a:rPr lang="en-AU" dirty="0"/>
            </a:br>
            <a:r>
              <a:rPr lang="en-AU" dirty="0" err="1"/>
              <a:t>eostrum</a:t>
            </a:r>
            <a:r>
              <a:rPr lang="en-AU" dirty="0"/>
              <a:t> </a:t>
            </a:r>
            <a:r>
              <a:rPr lang="en-AU" dirty="0" err="1"/>
              <a:t>laut</a:t>
            </a:r>
            <a:br>
              <a:rPr lang="en-AU" dirty="0"/>
            </a:br>
            <a:r>
              <a:rPr lang="en-AU" dirty="0" err="1"/>
              <a:t>untis</a:t>
            </a:r>
            <a:r>
              <a:rPr lang="en-AU" dirty="0"/>
              <a:t> accus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7049A8-9E52-8F41-9CB6-3BBEB20A1B52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AU" sz="2400" dirty="0"/>
              <a:t>Title</a:t>
            </a:r>
            <a:endParaRPr lang="en-AU" dirty="0"/>
          </a:p>
          <a:p>
            <a:r>
              <a:rPr lang="en-AU" dirty="0" err="1"/>
              <a:t>Musaperchil</a:t>
            </a:r>
            <a:br>
              <a:rPr lang="en-AU" dirty="0"/>
            </a:br>
            <a:r>
              <a:rPr lang="en-AU" dirty="0" err="1"/>
              <a:t>ilis</a:t>
            </a:r>
            <a:r>
              <a:rPr lang="en-AU" dirty="0"/>
              <a:t> sit </a:t>
            </a:r>
            <a:r>
              <a:rPr lang="en-AU" dirty="0" err="1"/>
              <a:t>audae</a:t>
            </a:r>
            <a:br>
              <a:rPr lang="en-AU" dirty="0"/>
            </a:br>
            <a:r>
              <a:rPr lang="en-AU" dirty="0" err="1"/>
              <a:t>eostrum</a:t>
            </a:r>
            <a:r>
              <a:rPr lang="en-AU" dirty="0"/>
              <a:t> </a:t>
            </a:r>
            <a:r>
              <a:rPr lang="en-AU" dirty="0" err="1"/>
              <a:t>laut</a:t>
            </a:r>
            <a:br>
              <a:rPr lang="en-AU" dirty="0"/>
            </a:br>
            <a:r>
              <a:rPr lang="en-AU" dirty="0" err="1"/>
              <a:t>untis</a:t>
            </a:r>
            <a:r>
              <a:rPr lang="en-AU" dirty="0"/>
              <a:t> accus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0F7FBA-ADEE-F740-863E-8042111B0E53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AU" sz="2400" dirty="0">
                <a:solidFill>
                  <a:schemeClr val="accent1"/>
                </a:solidFill>
              </a:rPr>
              <a:t>Title</a:t>
            </a:r>
            <a:endParaRPr lang="en-AU" dirty="0">
              <a:solidFill>
                <a:schemeClr val="accent1"/>
              </a:solidFill>
            </a:endParaRPr>
          </a:p>
          <a:p>
            <a:r>
              <a:rPr lang="en-AU" dirty="0" err="1"/>
              <a:t>Musaperchil</a:t>
            </a:r>
            <a:r>
              <a:rPr lang="en-AU" dirty="0"/>
              <a:t> </a:t>
            </a:r>
            <a:r>
              <a:rPr lang="en-AU" dirty="0" err="1"/>
              <a:t>ilis</a:t>
            </a:r>
            <a:r>
              <a:rPr lang="en-AU" dirty="0"/>
              <a:t> sit </a:t>
            </a:r>
            <a:r>
              <a:rPr lang="en-AU" dirty="0" err="1"/>
              <a:t>audae</a:t>
            </a:r>
            <a:r>
              <a:rPr lang="en-AU" dirty="0"/>
              <a:t> </a:t>
            </a:r>
            <a:r>
              <a:rPr lang="en-AU" dirty="0" err="1"/>
              <a:t>eostrum</a:t>
            </a:r>
            <a:r>
              <a:rPr lang="en-AU" dirty="0"/>
              <a:t> </a:t>
            </a:r>
            <a:r>
              <a:rPr lang="en-AU" dirty="0" err="1"/>
              <a:t>laut</a:t>
            </a:r>
            <a:r>
              <a:rPr lang="en-AU" dirty="0"/>
              <a:t> </a:t>
            </a:r>
            <a:r>
              <a:rPr lang="en-AU" dirty="0" err="1"/>
              <a:t>untis</a:t>
            </a:r>
            <a:r>
              <a:rPr lang="en-AU" dirty="0"/>
              <a:t> accus </a:t>
            </a:r>
            <a:r>
              <a:rPr lang="en-AU" dirty="0" err="1"/>
              <a:t>magnima</a:t>
            </a:r>
            <a:r>
              <a:rPr lang="en-AU" dirty="0"/>
              <a:t> </a:t>
            </a:r>
            <a:r>
              <a:rPr lang="en-AU" dirty="0" err="1"/>
              <a:t>vendel</a:t>
            </a:r>
            <a:r>
              <a:rPr lang="en-AU" dirty="0"/>
              <a:t> </a:t>
            </a:r>
            <a:r>
              <a:rPr lang="en-AU" dirty="0" err="1"/>
              <a:t>maio</a:t>
            </a:r>
            <a:r>
              <a:rPr lang="en-AU" dirty="0"/>
              <a:t> </a:t>
            </a:r>
            <a:r>
              <a:rPr lang="en-AU" dirty="0" err="1"/>
              <a:t>inulparum</a:t>
            </a:r>
            <a:r>
              <a:rPr lang="en-AU" dirty="0"/>
              <a:t> voles sit, se </a:t>
            </a:r>
            <a:r>
              <a:rPr lang="en-AU" dirty="0" err="1"/>
              <a:t>porro</a:t>
            </a:r>
            <a:r>
              <a:rPr lang="en-AU" dirty="0"/>
              <a:t> </a:t>
            </a:r>
            <a:r>
              <a:rPr lang="en-AU" dirty="0" err="1"/>
              <a:t>quam</a:t>
            </a:r>
            <a:r>
              <a:rPr lang="en-AU" dirty="0"/>
              <a:t> </a:t>
            </a:r>
            <a:r>
              <a:rPr lang="en-AU" dirty="0" err="1"/>
              <a:t>endenti</a:t>
            </a:r>
            <a:r>
              <a:rPr lang="en-AU" dirty="0"/>
              <a:t> </a:t>
            </a:r>
            <a:r>
              <a:rPr lang="en-AU" dirty="0" err="1"/>
              <a:t>urisquatur</a:t>
            </a:r>
            <a:endParaRPr lang="en-AU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6C4B031-7BC8-E9FB-5ACE-42859C7B4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50EC74-18A6-B42F-FB3A-C58F2C205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35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E9D5580-0280-B7C2-8D51-DA51AACD5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113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9087FBD-869D-40D8-94B4-5F357AF4B9B5}"/>
              </a:ext>
            </a:extLst>
          </p:cNvPr>
          <p:cNvSpPr/>
          <p:nvPr/>
        </p:nvSpPr>
        <p:spPr>
          <a:xfrm>
            <a:off x="811685" y="3272200"/>
            <a:ext cx="1670756" cy="21739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n-AU" sz="1400" dirty="0">
                <a:solidFill>
                  <a:srgbClr val="E1E1E1"/>
                </a:solidFill>
              </a:rPr>
              <a:t>Lorem ipsum sit </a:t>
            </a:r>
            <a:r>
              <a:rPr lang="en-AU" sz="1400" dirty="0" err="1">
                <a:solidFill>
                  <a:srgbClr val="E1E1E1"/>
                </a:solidFill>
              </a:rPr>
              <a:t>amet</a:t>
            </a:r>
            <a:r>
              <a:rPr lang="en-AU" sz="1400" dirty="0">
                <a:solidFill>
                  <a:srgbClr val="E1E1E1"/>
                </a:solidFill>
              </a:rPr>
              <a:t>, </a:t>
            </a:r>
            <a:r>
              <a:rPr lang="en-AU" sz="1400" dirty="0" err="1">
                <a:solidFill>
                  <a:srgbClr val="E1E1E1"/>
                </a:solidFill>
              </a:rPr>
              <a:t>conse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ctetur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adipiscing</a:t>
            </a:r>
            <a:endParaRPr lang="en-GB" sz="1400" dirty="0">
              <a:solidFill>
                <a:srgbClr val="E1E1E1"/>
              </a:solidFill>
              <a:ea typeface="Noto Sans" panose="020B0502040504020204" pitchFamily="34"/>
              <a:cs typeface="Noto Sans" panose="020B0502040504020204" pitchFamily="34"/>
            </a:endParaRPr>
          </a:p>
          <a:p>
            <a:r>
              <a:rPr lang="en-AU" b="1" dirty="0">
                <a:solidFill>
                  <a:schemeClr val="accent2"/>
                </a:solidFill>
                <a:latin typeface="+mj-lt"/>
              </a:rPr>
              <a:t>123 bold 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F9F65FB-E45D-4337-5AA0-C99CB065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54" y="589218"/>
            <a:ext cx="10326658" cy="673974"/>
          </a:xfrm>
        </p:spPr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2F8401-8152-AA11-893C-33E57739CF6D}"/>
              </a:ext>
            </a:extLst>
          </p:cNvPr>
          <p:cNvSpPr/>
          <p:nvPr/>
        </p:nvSpPr>
        <p:spPr>
          <a:xfrm>
            <a:off x="2928809" y="3272200"/>
            <a:ext cx="1670756" cy="21739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123 bold </a:t>
            </a:r>
            <a:endParaRPr lang="en-AU" dirty="0">
              <a:solidFill>
                <a:schemeClr val="accent2"/>
              </a:solidFill>
            </a:endParaRPr>
          </a:p>
          <a:p>
            <a:r>
              <a:rPr lang="en-AU" sz="1400" dirty="0">
                <a:solidFill>
                  <a:srgbClr val="E1E1E1"/>
                </a:solidFill>
              </a:rPr>
              <a:t>Lorem ipsum sit </a:t>
            </a:r>
            <a:r>
              <a:rPr lang="en-AU" sz="1400" dirty="0" err="1">
                <a:solidFill>
                  <a:srgbClr val="E1E1E1"/>
                </a:solidFill>
              </a:rPr>
              <a:t>amet</a:t>
            </a:r>
            <a:r>
              <a:rPr lang="en-AU" sz="1400" dirty="0">
                <a:solidFill>
                  <a:srgbClr val="E1E1E1"/>
                </a:solidFill>
              </a:rPr>
              <a:t>, </a:t>
            </a:r>
            <a:r>
              <a:rPr lang="en-AU" sz="1400" dirty="0" err="1">
                <a:solidFill>
                  <a:srgbClr val="E1E1E1"/>
                </a:solidFill>
              </a:rPr>
              <a:t>conse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ctetur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adipiscing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dolor</a:t>
            </a:r>
            <a:r>
              <a:rPr lang="en-AU" sz="1400" dirty="0">
                <a:solidFill>
                  <a:srgbClr val="E1E1E1"/>
                </a:solidFill>
              </a:rPr>
              <a:t> sit </a:t>
            </a:r>
            <a:r>
              <a:rPr lang="en-AU" sz="1400" dirty="0" err="1">
                <a:solidFill>
                  <a:srgbClr val="E1E1E1"/>
                </a:solidFill>
              </a:rPr>
              <a:t>amet</a:t>
            </a:r>
            <a:r>
              <a:rPr lang="en-AU" sz="1400" dirty="0">
                <a:solidFill>
                  <a:srgbClr val="E1E1E1"/>
                </a:solidFill>
              </a:rPr>
              <a:t>, </a:t>
            </a:r>
            <a:r>
              <a:rPr lang="en-AU" sz="1400" dirty="0" err="1">
                <a:solidFill>
                  <a:srgbClr val="E1E1E1"/>
                </a:solidFill>
              </a:rPr>
              <a:t>conse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ctetur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adipiscing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endParaRPr lang="en-GB" sz="1400" dirty="0">
              <a:solidFill>
                <a:srgbClr val="E1E1E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A77745-023B-823E-33D8-84E62D18B6BA}"/>
              </a:ext>
            </a:extLst>
          </p:cNvPr>
          <p:cNvSpPr/>
          <p:nvPr/>
        </p:nvSpPr>
        <p:spPr>
          <a:xfrm>
            <a:off x="5152210" y="3272200"/>
            <a:ext cx="1670756" cy="21739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n-AU" sz="1400" dirty="0">
                <a:solidFill>
                  <a:srgbClr val="E1E1E1"/>
                </a:solidFill>
              </a:rPr>
              <a:t>Lorem ipsum sit </a:t>
            </a:r>
            <a:r>
              <a:rPr lang="en-AU" sz="1400" dirty="0" err="1">
                <a:solidFill>
                  <a:srgbClr val="E1E1E1"/>
                </a:solidFill>
              </a:rPr>
              <a:t>amet</a:t>
            </a:r>
            <a:r>
              <a:rPr lang="en-AU" sz="1400" dirty="0">
                <a:solidFill>
                  <a:srgbClr val="E1E1E1"/>
                </a:solidFill>
              </a:rPr>
              <a:t>, </a:t>
            </a:r>
            <a:r>
              <a:rPr lang="en-AU" sz="1400" dirty="0" err="1">
                <a:solidFill>
                  <a:srgbClr val="E1E1E1"/>
                </a:solidFill>
              </a:rPr>
              <a:t>conse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ctetur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adipiscing</a:t>
            </a:r>
            <a:endParaRPr lang="en-GB" sz="1400" dirty="0">
              <a:solidFill>
                <a:srgbClr val="E1E1E1"/>
              </a:solidFill>
              <a:ea typeface="Noto Sans" panose="020B0502040504020204" pitchFamily="34"/>
              <a:cs typeface="Noto Sans" panose="020B0502040504020204" pitchFamily="34"/>
            </a:endParaRPr>
          </a:p>
          <a:p>
            <a:r>
              <a:rPr lang="en-AU" b="1" dirty="0">
                <a:solidFill>
                  <a:schemeClr val="accent2"/>
                </a:solidFill>
                <a:latin typeface="+mj-lt"/>
              </a:rPr>
              <a:t>123 bold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D44821-F08B-C3C6-DAFC-A3A752245BAF}"/>
              </a:ext>
            </a:extLst>
          </p:cNvPr>
          <p:cNvSpPr/>
          <p:nvPr/>
        </p:nvSpPr>
        <p:spPr>
          <a:xfrm>
            <a:off x="7342271" y="3272200"/>
            <a:ext cx="1670756" cy="21739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123 bold </a:t>
            </a:r>
            <a:endParaRPr lang="en-AU" dirty="0">
              <a:solidFill>
                <a:schemeClr val="accent2"/>
              </a:solidFill>
            </a:endParaRPr>
          </a:p>
          <a:p>
            <a:r>
              <a:rPr lang="en-AU" sz="1400" dirty="0">
                <a:solidFill>
                  <a:srgbClr val="E1E1E1"/>
                </a:solidFill>
              </a:rPr>
              <a:t>Lorem ipsum sit </a:t>
            </a:r>
            <a:r>
              <a:rPr lang="en-AU" sz="1400" dirty="0" err="1">
                <a:solidFill>
                  <a:srgbClr val="E1E1E1"/>
                </a:solidFill>
              </a:rPr>
              <a:t>amet</a:t>
            </a:r>
            <a:r>
              <a:rPr lang="en-AU" sz="1400" dirty="0">
                <a:solidFill>
                  <a:srgbClr val="E1E1E1"/>
                </a:solidFill>
              </a:rPr>
              <a:t>, </a:t>
            </a:r>
            <a:r>
              <a:rPr lang="en-AU" sz="1400" dirty="0" err="1">
                <a:solidFill>
                  <a:srgbClr val="E1E1E1"/>
                </a:solidFill>
              </a:rPr>
              <a:t>conse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ctetur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adipiscing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dolor</a:t>
            </a:r>
            <a:r>
              <a:rPr lang="en-AU" sz="1400" dirty="0">
                <a:solidFill>
                  <a:srgbClr val="E1E1E1"/>
                </a:solidFill>
              </a:rPr>
              <a:t> sit </a:t>
            </a:r>
            <a:r>
              <a:rPr lang="en-AU" sz="1400" dirty="0" err="1">
                <a:solidFill>
                  <a:srgbClr val="E1E1E1"/>
                </a:solidFill>
              </a:rPr>
              <a:t>amet</a:t>
            </a:r>
            <a:r>
              <a:rPr lang="en-AU" sz="1400" dirty="0">
                <a:solidFill>
                  <a:srgbClr val="E1E1E1"/>
                </a:solidFill>
              </a:rPr>
              <a:t>, </a:t>
            </a:r>
            <a:r>
              <a:rPr lang="en-AU" sz="1400" dirty="0" err="1">
                <a:solidFill>
                  <a:srgbClr val="E1E1E1"/>
                </a:solidFill>
              </a:rPr>
              <a:t>conse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ctetur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adipiscing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endParaRPr lang="en-GB" sz="1400" dirty="0">
              <a:solidFill>
                <a:srgbClr val="E1E1E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F75455-2969-AD89-63EC-93A9C762CCED}"/>
              </a:ext>
            </a:extLst>
          </p:cNvPr>
          <p:cNvSpPr/>
          <p:nvPr/>
        </p:nvSpPr>
        <p:spPr>
          <a:xfrm>
            <a:off x="9559618" y="3272200"/>
            <a:ext cx="1670756" cy="21739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n-AU" sz="1400" dirty="0">
                <a:solidFill>
                  <a:srgbClr val="E1E1E1"/>
                </a:solidFill>
              </a:rPr>
              <a:t>Lorem ipsum sit </a:t>
            </a:r>
            <a:r>
              <a:rPr lang="en-AU" sz="1400" dirty="0" err="1">
                <a:solidFill>
                  <a:srgbClr val="E1E1E1"/>
                </a:solidFill>
              </a:rPr>
              <a:t>amet</a:t>
            </a:r>
            <a:r>
              <a:rPr lang="en-AU" sz="1400" dirty="0">
                <a:solidFill>
                  <a:srgbClr val="E1E1E1"/>
                </a:solidFill>
              </a:rPr>
              <a:t>, </a:t>
            </a:r>
            <a:r>
              <a:rPr lang="en-AU" sz="1400" dirty="0" err="1">
                <a:solidFill>
                  <a:srgbClr val="E1E1E1"/>
                </a:solidFill>
              </a:rPr>
              <a:t>conse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ctetur</a:t>
            </a:r>
            <a:r>
              <a:rPr lang="en-AU" sz="1400" dirty="0">
                <a:solidFill>
                  <a:srgbClr val="E1E1E1"/>
                </a:solidFill>
              </a:rPr>
              <a:t> </a:t>
            </a:r>
            <a:r>
              <a:rPr lang="en-AU" sz="1400" dirty="0" err="1">
                <a:solidFill>
                  <a:srgbClr val="E1E1E1"/>
                </a:solidFill>
              </a:rPr>
              <a:t>adipiscing</a:t>
            </a:r>
            <a:endParaRPr lang="en-GB" sz="1400" dirty="0">
              <a:solidFill>
                <a:srgbClr val="E1E1E1"/>
              </a:solidFill>
              <a:ea typeface="Noto Sans" panose="020B0502040504020204" pitchFamily="34"/>
              <a:cs typeface="Noto Sans" panose="020B0502040504020204" pitchFamily="34"/>
            </a:endParaRPr>
          </a:p>
          <a:p>
            <a:r>
              <a:rPr lang="en-AU" b="1" dirty="0">
                <a:solidFill>
                  <a:schemeClr val="accent2"/>
                </a:solidFill>
                <a:latin typeface="+mj-lt"/>
              </a:rPr>
              <a:t>123 bold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23483D-86C6-D24A-4B8E-87B6516212AF}"/>
              </a:ext>
            </a:extLst>
          </p:cNvPr>
          <p:cNvSpPr/>
          <p:nvPr/>
        </p:nvSpPr>
        <p:spPr>
          <a:xfrm>
            <a:off x="777117" y="1968156"/>
            <a:ext cx="1075780" cy="10757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E59A77-0F71-3457-1710-F19632B402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76" r="4076"/>
          <a:stretch/>
        </p:blipFill>
        <p:spPr>
          <a:xfrm>
            <a:off x="1052547" y="2220772"/>
            <a:ext cx="513699" cy="55929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7D82F81-8C98-4EC4-796B-DD2BF0CB0012}"/>
              </a:ext>
            </a:extLst>
          </p:cNvPr>
          <p:cNvSpPr/>
          <p:nvPr/>
        </p:nvSpPr>
        <p:spPr>
          <a:xfrm>
            <a:off x="2964664" y="1968156"/>
            <a:ext cx="1075780" cy="10757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3B5341E-CEB0-41DD-7288-5E1796CE8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218921" y="2258060"/>
            <a:ext cx="567267" cy="56726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0091442-7520-86CE-9484-3BD84782007A}"/>
              </a:ext>
            </a:extLst>
          </p:cNvPr>
          <p:cNvSpPr/>
          <p:nvPr/>
        </p:nvSpPr>
        <p:spPr>
          <a:xfrm>
            <a:off x="5152211" y="1968156"/>
            <a:ext cx="1075780" cy="10757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3DA825E-55D8-2B75-9188-EB2424CFE2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391228" y="2184037"/>
            <a:ext cx="591820" cy="59182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12C1935-21C9-F3D0-E795-9D6F520639CE}"/>
              </a:ext>
            </a:extLst>
          </p:cNvPr>
          <p:cNvSpPr/>
          <p:nvPr/>
        </p:nvSpPr>
        <p:spPr>
          <a:xfrm>
            <a:off x="7339758" y="1968156"/>
            <a:ext cx="1075780" cy="10757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474BE03-356B-2F4C-E2D2-DAD973137A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618567" y="2208368"/>
            <a:ext cx="567489" cy="56748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4FBAB5E-D520-3E66-CC6B-0EBBC245DE52}"/>
              </a:ext>
            </a:extLst>
          </p:cNvPr>
          <p:cNvSpPr/>
          <p:nvPr/>
        </p:nvSpPr>
        <p:spPr>
          <a:xfrm>
            <a:off x="9527305" y="1968156"/>
            <a:ext cx="1075780" cy="10757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720A7CA-61CC-F687-FA99-26FF7536E5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765816" y="2159847"/>
            <a:ext cx="595223" cy="59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76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57B30-8603-B14C-9394-7E1793B981B1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AU" sz="1800" b="0" dirty="0" err="1"/>
              <a:t>Pelignis</a:t>
            </a:r>
            <a:r>
              <a:rPr lang="en-AU" sz="1800" b="0" dirty="0"/>
              <a:t> pores </a:t>
            </a:r>
            <a:r>
              <a:rPr lang="en-AU" sz="1800" b="0" dirty="0" err="1"/>
              <a:t>mosaper</a:t>
            </a:r>
            <a:r>
              <a:rPr lang="en-AU" sz="1800" b="0" dirty="0"/>
              <a:t> </a:t>
            </a:r>
            <a:r>
              <a:rPr lang="en-AU" sz="1800" b="0" dirty="0" err="1"/>
              <a:t>umquas</a:t>
            </a:r>
            <a:r>
              <a:rPr lang="en-AU" sz="1800" b="0" dirty="0"/>
              <a:t> </a:t>
            </a:r>
            <a:r>
              <a:rPr lang="en-AU" sz="1800" b="0" dirty="0" err="1"/>
              <a:t>velectiam</a:t>
            </a:r>
            <a:r>
              <a:rPr lang="en-AU" sz="1800" b="0" dirty="0"/>
              <a:t> </a:t>
            </a:r>
            <a:r>
              <a:rPr lang="en-AU" sz="1800" b="0" dirty="0" err="1"/>
              <a:t>fuga</a:t>
            </a:r>
            <a:r>
              <a:rPr lang="en-AU" sz="1800" b="0" dirty="0"/>
              <a:t>. </a:t>
            </a:r>
            <a:r>
              <a:rPr lang="en-AU" sz="1800" b="0" dirty="0" err="1"/>
              <a:t>Simpor</a:t>
            </a:r>
            <a:r>
              <a:rPr lang="en-AU" sz="1800" b="0" dirty="0"/>
              <a:t> </a:t>
            </a:r>
            <a:r>
              <a:rPr lang="en-AU" sz="1800" b="0" dirty="0" err="1"/>
              <a:t>autam</a:t>
            </a:r>
            <a:r>
              <a:rPr lang="en-AU" sz="1800" b="0" dirty="0"/>
              <a:t> id </a:t>
            </a:r>
            <a:r>
              <a:rPr lang="en-AU" sz="1800" b="0" dirty="0" err="1"/>
              <a:t>eosandu</a:t>
            </a:r>
            <a:r>
              <a:rPr lang="en-AU" sz="1800" b="0" dirty="0"/>
              <a:t> </a:t>
            </a:r>
            <a:br>
              <a:rPr lang="en-AU" sz="1800" b="0" dirty="0"/>
            </a:br>
            <a:r>
              <a:rPr lang="en-AU" sz="1800" b="0" dirty="0" err="1"/>
              <a:t>ndundiscia</a:t>
            </a:r>
            <a:r>
              <a:rPr lang="en-AU" sz="1800" b="0" dirty="0"/>
              <a:t> </a:t>
            </a:r>
            <a:r>
              <a:rPr lang="en-AU" sz="1800" b="0" dirty="0" err="1"/>
              <a:t>solorepta</a:t>
            </a:r>
            <a:r>
              <a:rPr lang="en-AU" sz="1800" b="0" dirty="0"/>
              <a:t> </a:t>
            </a:r>
            <a:r>
              <a:rPr lang="en-AU" sz="1800" b="0" dirty="0" err="1"/>
              <a:t>aut</a:t>
            </a:r>
            <a:r>
              <a:rPr lang="en-AU" sz="1800" b="0" dirty="0"/>
              <a:t> </a:t>
            </a:r>
            <a:r>
              <a:rPr lang="en-AU" sz="1800" b="0" dirty="0" err="1"/>
              <a:t>quae</a:t>
            </a:r>
            <a:r>
              <a:rPr lang="en-AU" sz="1800" b="0" dirty="0"/>
              <a:t> peri </a:t>
            </a:r>
            <a:r>
              <a:rPr lang="en-AU" sz="1800" b="0" dirty="0" err="1"/>
              <a:t>aut</a:t>
            </a:r>
            <a:r>
              <a:rPr lang="en-AU" sz="1800" b="0" dirty="0"/>
              <a:t> illume </a:t>
            </a:r>
            <a:r>
              <a:rPr lang="en-AU" sz="1800" b="0" dirty="0" err="1"/>
              <a:t>praecto</a:t>
            </a:r>
            <a:r>
              <a:rPr lang="en-AU" sz="1800" b="0" dirty="0"/>
              <a:t> </a:t>
            </a:r>
            <a:r>
              <a:rPr lang="en-AU" sz="1800" b="0" dirty="0" err="1"/>
              <a:t>dolorer</a:t>
            </a:r>
            <a:r>
              <a:rPr lang="en-AU" sz="1800" b="0" dirty="0"/>
              <a:t> </a:t>
            </a:r>
            <a:r>
              <a:rPr lang="en-AU" sz="1800" b="0" dirty="0" err="1"/>
              <a:t>itatiusa</a:t>
            </a:r>
            <a:r>
              <a:rPr lang="en-AU" sz="1800" b="0" dirty="0"/>
              <a:t> </a:t>
            </a:r>
            <a:r>
              <a:rPr lang="en-AU" sz="1800" b="0" dirty="0" err="1"/>
              <a:t>sam.</a:t>
            </a:r>
            <a:endParaRPr lang="en-US" sz="1800" b="0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C4904CA-91FC-BA46-9130-593926EA780A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695464727"/>
              </p:ext>
            </p:extLst>
          </p:nvPr>
        </p:nvGraphicFramePr>
        <p:xfrm>
          <a:off x="627063" y="2508250"/>
          <a:ext cx="10845800" cy="3114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160">
                  <a:extLst>
                    <a:ext uri="{9D8B030D-6E8A-4147-A177-3AD203B41FA5}">
                      <a16:colId xmlns:a16="http://schemas.microsoft.com/office/drawing/2014/main" val="1454249893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2145336373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3944583572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105089718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2898847809"/>
                    </a:ext>
                  </a:extLst>
                </a:gridCol>
              </a:tblGrid>
              <a:tr h="432437">
                <a:tc>
                  <a:txBody>
                    <a:bodyPr/>
                    <a:lstStyle/>
                    <a:p>
                      <a:r>
                        <a:rPr lang="en-US" sz="1400" b="0" dirty="0"/>
                        <a:t>Table heading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9041127"/>
                  </a:ext>
                </a:extLst>
              </a:tr>
              <a:tr h="536380">
                <a:tc>
                  <a:txBody>
                    <a:bodyPr/>
                    <a:lstStyle/>
                    <a:p>
                      <a:r>
                        <a:rPr lang="en-US" sz="1400" b="0" dirty="0"/>
                        <a:t>Table copy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02917"/>
                  </a:ext>
                </a:extLst>
              </a:tr>
              <a:tr h="536380"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099208"/>
                  </a:ext>
                </a:extLst>
              </a:tr>
              <a:tr h="536380"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1541"/>
                  </a:ext>
                </a:extLst>
              </a:tr>
              <a:tr h="536380"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914977"/>
                  </a:ext>
                </a:extLst>
              </a:tr>
              <a:tr h="5363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Table copy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608281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CCE4E4F-FA16-004B-BA04-BF49569C0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4641F-EF8B-2D4B-9DCA-4B9D0A5AA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Subheading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103AD-1D0E-5BA3-660C-BC1DD4354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1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34">
            <a:extLst>
              <a:ext uri="{FF2B5EF4-FFF2-40B4-BE49-F238E27FC236}">
                <a16:creationId xmlns:a16="http://schemas.microsoft.com/office/drawing/2014/main" id="{75293842-0D2E-6809-56B3-01A7A0A14541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BCB1AE6-5E0C-7690-E2AC-4D3C24B549C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AU" sz="2000" dirty="0">
                <a:solidFill>
                  <a:srgbClr val="FF0000"/>
                </a:solidFill>
              </a:rPr>
              <a:t>Title</a:t>
            </a:r>
          </a:p>
          <a:p>
            <a:r>
              <a:rPr lang="en-AU" sz="1400" dirty="0" err="1"/>
              <a:t>Musaperchil</a:t>
            </a:r>
            <a:r>
              <a:rPr lang="en-AU" sz="1400" dirty="0"/>
              <a:t> </a:t>
            </a:r>
            <a:r>
              <a:rPr lang="en-AU" sz="1400" dirty="0" err="1"/>
              <a:t>ilis</a:t>
            </a:r>
            <a:r>
              <a:rPr lang="en-AU" sz="1400" dirty="0"/>
              <a:t> sit </a:t>
            </a:r>
            <a:r>
              <a:rPr lang="en-AU" sz="1400" dirty="0" err="1"/>
              <a:t>audae</a:t>
            </a:r>
            <a:r>
              <a:rPr lang="en-AU" sz="1400" dirty="0"/>
              <a:t> </a:t>
            </a:r>
            <a:r>
              <a:rPr lang="en-AU" sz="1400" dirty="0" err="1"/>
              <a:t>eostrum</a:t>
            </a:r>
            <a:r>
              <a:rPr lang="en-AU" sz="1400" dirty="0"/>
              <a:t> </a:t>
            </a:r>
            <a:r>
              <a:rPr lang="en-AU" sz="1400" dirty="0" err="1"/>
              <a:t>laut</a:t>
            </a:r>
            <a:r>
              <a:rPr lang="en-AU" sz="1400" dirty="0"/>
              <a:t> </a:t>
            </a:r>
            <a:r>
              <a:rPr lang="en-AU" sz="1400" dirty="0" err="1"/>
              <a:t>untis</a:t>
            </a:r>
            <a:r>
              <a:rPr lang="en-AU" sz="1400" dirty="0"/>
              <a:t> accus </a:t>
            </a:r>
            <a:r>
              <a:rPr lang="en-AU" sz="1400" dirty="0" err="1"/>
              <a:t>magnima</a:t>
            </a:r>
            <a:r>
              <a:rPr lang="en-AU" sz="1400" dirty="0"/>
              <a:t> </a:t>
            </a:r>
            <a:r>
              <a:rPr lang="en-AU" sz="1400" dirty="0" err="1"/>
              <a:t>vendel</a:t>
            </a:r>
            <a:r>
              <a:rPr lang="en-AU" sz="1400" dirty="0"/>
              <a:t> </a:t>
            </a:r>
            <a:r>
              <a:rPr lang="en-AU" sz="1400" dirty="0" err="1"/>
              <a:t>maio</a:t>
            </a:r>
            <a:r>
              <a:rPr lang="en-AU" sz="1400" dirty="0"/>
              <a:t> </a:t>
            </a:r>
            <a:r>
              <a:rPr lang="en-AU" sz="1400" dirty="0" err="1"/>
              <a:t>inulpa</a:t>
            </a:r>
            <a:br>
              <a:rPr lang="en-AU" sz="1400" dirty="0"/>
            </a:br>
            <a:r>
              <a:rPr lang="en-AU" sz="1400" dirty="0"/>
              <a:t>rum voles sit, se </a:t>
            </a:r>
            <a:r>
              <a:rPr lang="en-AU" sz="1400" dirty="0" err="1"/>
              <a:t>porro</a:t>
            </a:r>
            <a:r>
              <a:rPr lang="en-AU" sz="1400" dirty="0"/>
              <a:t> </a:t>
            </a:r>
            <a:r>
              <a:rPr lang="en-AU" sz="1400" dirty="0" err="1"/>
              <a:t>quam</a:t>
            </a:r>
            <a:r>
              <a:rPr lang="en-AU" sz="1400" dirty="0"/>
              <a:t> </a:t>
            </a:r>
            <a:r>
              <a:rPr lang="en-AU" sz="1400" dirty="0" err="1"/>
              <a:t>endenti</a:t>
            </a:r>
            <a:r>
              <a:rPr lang="en-AU" sz="1400" dirty="0"/>
              <a:t> </a:t>
            </a:r>
            <a:r>
              <a:rPr lang="en-AU" sz="1400" dirty="0" err="1"/>
              <a:t>urisquatur</a:t>
            </a:r>
            <a:endParaRPr lang="en-AU" sz="1400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A818428-D9A8-D5C7-B180-17B09E4CAE7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AU" sz="2000" dirty="0"/>
              <a:t>Title</a:t>
            </a:r>
          </a:p>
          <a:p>
            <a:r>
              <a:rPr lang="en-AU" sz="1400" dirty="0" err="1"/>
              <a:t>Musaperchil</a:t>
            </a:r>
            <a:r>
              <a:rPr lang="en-AU" sz="1400" dirty="0"/>
              <a:t> </a:t>
            </a:r>
            <a:r>
              <a:rPr lang="en-AU" sz="1400" dirty="0" err="1"/>
              <a:t>ilis</a:t>
            </a:r>
            <a:r>
              <a:rPr lang="en-AU" sz="1400" dirty="0"/>
              <a:t> sit </a:t>
            </a:r>
            <a:r>
              <a:rPr lang="en-AU" sz="1400" dirty="0" err="1"/>
              <a:t>audae</a:t>
            </a:r>
            <a:r>
              <a:rPr lang="en-AU" sz="1400" dirty="0"/>
              <a:t> </a:t>
            </a:r>
            <a:r>
              <a:rPr lang="en-AU" sz="1400" dirty="0" err="1"/>
              <a:t>eostrum</a:t>
            </a:r>
            <a:r>
              <a:rPr lang="en-AU" sz="1400" dirty="0"/>
              <a:t> </a:t>
            </a:r>
            <a:r>
              <a:rPr lang="en-AU" sz="1400" dirty="0" err="1"/>
              <a:t>laut</a:t>
            </a:r>
            <a:r>
              <a:rPr lang="en-AU" sz="1400" dirty="0"/>
              <a:t> </a:t>
            </a:r>
            <a:r>
              <a:rPr lang="en-AU" sz="1400" dirty="0" err="1"/>
              <a:t>untis</a:t>
            </a:r>
            <a:r>
              <a:rPr lang="en-AU" sz="1400" dirty="0"/>
              <a:t> accus </a:t>
            </a:r>
            <a:r>
              <a:rPr lang="en-AU" sz="1400" dirty="0" err="1"/>
              <a:t>magnima</a:t>
            </a:r>
            <a:r>
              <a:rPr lang="en-AU" sz="1400" dirty="0"/>
              <a:t> </a:t>
            </a:r>
            <a:r>
              <a:rPr lang="en-AU" sz="1400" dirty="0" err="1"/>
              <a:t>vendel</a:t>
            </a:r>
            <a:r>
              <a:rPr lang="en-AU" sz="1400" dirty="0"/>
              <a:t> </a:t>
            </a:r>
            <a:r>
              <a:rPr lang="en-AU" sz="1400" dirty="0" err="1"/>
              <a:t>maio</a:t>
            </a:r>
            <a:r>
              <a:rPr lang="en-AU" sz="1400" dirty="0"/>
              <a:t> </a:t>
            </a:r>
            <a:r>
              <a:rPr lang="en-AU" sz="1400" dirty="0" err="1"/>
              <a:t>inulpa</a:t>
            </a:r>
            <a:br>
              <a:rPr lang="en-AU" sz="1400" dirty="0"/>
            </a:br>
            <a:r>
              <a:rPr lang="en-AU" sz="1400" dirty="0"/>
              <a:t>rum voles sit, se </a:t>
            </a:r>
            <a:r>
              <a:rPr lang="en-AU" sz="1400" dirty="0" err="1"/>
              <a:t>porro</a:t>
            </a:r>
            <a:r>
              <a:rPr lang="en-AU" sz="1400" dirty="0"/>
              <a:t> </a:t>
            </a:r>
            <a:r>
              <a:rPr lang="en-AU" sz="1400" dirty="0" err="1"/>
              <a:t>quam</a:t>
            </a:r>
            <a:r>
              <a:rPr lang="en-AU" sz="1400" dirty="0"/>
              <a:t> </a:t>
            </a:r>
            <a:r>
              <a:rPr lang="en-AU" sz="1400" dirty="0" err="1"/>
              <a:t>endenti</a:t>
            </a:r>
            <a:r>
              <a:rPr lang="en-AU" sz="1400" dirty="0"/>
              <a:t> </a:t>
            </a:r>
            <a:r>
              <a:rPr lang="en-AU" sz="1400" dirty="0" err="1"/>
              <a:t>urisquatur</a:t>
            </a:r>
            <a:endParaRPr lang="en-AU" sz="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2E8C6-0360-8D09-96BB-CA0E0EAF1AC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AU" sz="2000" dirty="0"/>
              <a:t>Title</a:t>
            </a:r>
          </a:p>
          <a:p>
            <a:r>
              <a:rPr lang="en-AU" sz="1400" dirty="0" err="1"/>
              <a:t>Musaperchil</a:t>
            </a:r>
            <a:r>
              <a:rPr lang="en-AU" sz="1400" dirty="0"/>
              <a:t> </a:t>
            </a:r>
            <a:r>
              <a:rPr lang="en-AU" sz="1400" dirty="0" err="1"/>
              <a:t>ilis</a:t>
            </a:r>
            <a:r>
              <a:rPr lang="en-AU" sz="1400" dirty="0"/>
              <a:t> sit </a:t>
            </a:r>
            <a:r>
              <a:rPr lang="en-AU" sz="1400" dirty="0" err="1"/>
              <a:t>audae</a:t>
            </a:r>
            <a:r>
              <a:rPr lang="en-AU" sz="1400" dirty="0"/>
              <a:t> </a:t>
            </a:r>
            <a:r>
              <a:rPr lang="en-AU" sz="1400" dirty="0" err="1"/>
              <a:t>eostrum</a:t>
            </a:r>
            <a:r>
              <a:rPr lang="en-AU" sz="1400" dirty="0"/>
              <a:t> </a:t>
            </a:r>
            <a:r>
              <a:rPr lang="en-AU" sz="1400" dirty="0" err="1"/>
              <a:t>laut</a:t>
            </a:r>
            <a:r>
              <a:rPr lang="en-AU" sz="1400" dirty="0"/>
              <a:t> </a:t>
            </a:r>
            <a:r>
              <a:rPr lang="en-AU" sz="1400" dirty="0" err="1"/>
              <a:t>untis</a:t>
            </a:r>
            <a:r>
              <a:rPr lang="en-AU" sz="1400" dirty="0"/>
              <a:t> accus </a:t>
            </a:r>
            <a:r>
              <a:rPr lang="en-AU" sz="1400" dirty="0" err="1"/>
              <a:t>magnima</a:t>
            </a:r>
            <a:r>
              <a:rPr lang="en-AU" sz="1400" dirty="0"/>
              <a:t> </a:t>
            </a:r>
            <a:r>
              <a:rPr lang="en-AU" sz="1400" dirty="0" err="1"/>
              <a:t>vendel</a:t>
            </a:r>
            <a:r>
              <a:rPr lang="en-AU" sz="1400" dirty="0"/>
              <a:t> </a:t>
            </a:r>
            <a:r>
              <a:rPr lang="en-AU" sz="1400" dirty="0" err="1"/>
              <a:t>maio</a:t>
            </a:r>
            <a:r>
              <a:rPr lang="en-AU" sz="1400" dirty="0"/>
              <a:t> </a:t>
            </a:r>
            <a:r>
              <a:rPr lang="en-AU" sz="1400" dirty="0" err="1"/>
              <a:t>inulpa</a:t>
            </a:r>
            <a:br>
              <a:rPr lang="en-AU" sz="1400" dirty="0"/>
            </a:br>
            <a:r>
              <a:rPr lang="en-AU" sz="1400" dirty="0"/>
              <a:t>rum voles sit, se </a:t>
            </a:r>
            <a:r>
              <a:rPr lang="en-AU" sz="1400" dirty="0" err="1"/>
              <a:t>porro</a:t>
            </a:r>
            <a:r>
              <a:rPr lang="en-AU" sz="1400" dirty="0"/>
              <a:t> </a:t>
            </a:r>
            <a:r>
              <a:rPr lang="en-AU" sz="1400" dirty="0" err="1"/>
              <a:t>quam</a:t>
            </a:r>
            <a:r>
              <a:rPr lang="en-AU" sz="1400" dirty="0"/>
              <a:t> </a:t>
            </a:r>
            <a:r>
              <a:rPr lang="en-AU" sz="1400" dirty="0" err="1"/>
              <a:t>endenti</a:t>
            </a:r>
            <a:r>
              <a:rPr lang="en-AU" sz="1400" dirty="0"/>
              <a:t> </a:t>
            </a:r>
            <a:r>
              <a:rPr lang="en-AU" sz="1400" dirty="0" err="1"/>
              <a:t>urisquatur</a:t>
            </a:r>
            <a:endParaRPr lang="en-AU" sz="1400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69C9EEA-69AE-6EB1-275A-DE483336D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38</a:t>
            </a:fld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D6E7B2-9D62-C4DF-23BD-B68E5FDDDD63}"/>
              </a:ext>
            </a:extLst>
          </p:cNvPr>
          <p:cNvSpPr/>
          <p:nvPr/>
        </p:nvSpPr>
        <p:spPr>
          <a:xfrm>
            <a:off x="10562926" y="0"/>
            <a:ext cx="550758" cy="55075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35714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FB7219-7492-7C62-FBC6-9A314550895A}"/>
              </a:ext>
            </a:extLst>
          </p:cNvPr>
          <p:cNvSpPr/>
          <p:nvPr/>
        </p:nvSpPr>
        <p:spPr>
          <a:xfrm>
            <a:off x="11113684" y="545066"/>
            <a:ext cx="540000" cy="54000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35714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7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208C111-0C8D-4A97-F5AA-038093287A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sz="2000" dirty="0"/>
              <a:t>Title</a:t>
            </a:r>
          </a:p>
          <a:p>
            <a:r>
              <a:rPr lang="en-AU" sz="1400" dirty="0" err="1"/>
              <a:t>Musaperchil</a:t>
            </a:r>
            <a:r>
              <a:rPr lang="en-AU" sz="1400" dirty="0"/>
              <a:t> </a:t>
            </a:r>
            <a:r>
              <a:rPr lang="en-AU" sz="1400" dirty="0" err="1"/>
              <a:t>ilis</a:t>
            </a:r>
            <a:r>
              <a:rPr lang="en-AU" sz="1400" dirty="0"/>
              <a:t> sit </a:t>
            </a:r>
            <a:r>
              <a:rPr lang="en-AU" sz="1400" dirty="0" err="1"/>
              <a:t>audae</a:t>
            </a:r>
            <a:r>
              <a:rPr lang="en-AU" sz="1400" dirty="0"/>
              <a:t> </a:t>
            </a:r>
            <a:r>
              <a:rPr lang="en-AU" sz="1400" dirty="0" err="1"/>
              <a:t>eostrum</a:t>
            </a:r>
            <a:r>
              <a:rPr lang="en-AU" sz="1400" dirty="0"/>
              <a:t> </a:t>
            </a:r>
            <a:r>
              <a:rPr lang="en-AU" sz="1400" dirty="0" err="1"/>
              <a:t>laut</a:t>
            </a:r>
            <a:r>
              <a:rPr lang="en-AU" sz="1400" dirty="0"/>
              <a:t> </a:t>
            </a:r>
            <a:r>
              <a:rPr lang="en-AU" sz="1400" dirty="0" err="1"/>
              <a:t>untis</a:t>
            </a:r>
            <a:r>
              <a:rPr lang="en-AU" sz="1400" dirty="0"/>
              <a:t> accus </a:t>
            </a:r>
            <a:r>
              <a:rPr lang="en-AU" sz="1400" dirty="0" err="1"/>
              <a:t>magnima</a:t>
            </a:r>
            <a:r>
              <a:rPr lang="en-AU" sz="1400" dirty="0"/>
              <a:t> </a:t>
            </a:r>
            <a:r>
              <a:rPr lang="en-AU" sz="1400" dirty="0" err="1"/>
              <a:t>vendel</a:t>
            </a:r>
            <a:r>
              <a:rPr lang="en-AU" sz="1400" dirty="0"/>
              <a:t> </a:t>
            </a:r>
            <a:r>
              <a:rPr lang="en-AU" sz="1400" dirty="0" err="1"/>
              <a:t>maio</a:t>
            </a:r>
            <a:r>
              <a:rPr lang="en-AU" sz="1400" dirty="0"/>
              <a:t> </a:t>
            </a:r>
            <a:r>
              <a:rPr lang="en-AU" sz="1400" dirty="0" err="1"/>
              <a:t>inulpa</a:t>
            </a:r>
            <a:br>
              <a:rPr lang="en-AU" sz="1400" dirty="0"/>
            </a:br>
            <a:r>
              <a:rPr lang="en-AU" sz="1400" dirty="0"/>
              <a:t>rum voles sit, se </a:t>
            </a:r>
            <a:r>
              <a:rPr lang="en-AU" sz="1400" dirty="0" err="1"/>
              <a:t>porro</a:t>
            </a:r>
            <a:r>
              <a:rPr lang="en-AU" sz="1400" dirty="0"/>
              <a:t> </a:t>
            </a:r>
            <a:r>
              <a:rPr lang="en-AU" sz="1400" dirty="0" err="1"/>
              <a:t>quam</a:t>
            </a:r>
            <a:r>
              <a:rPr lang="en-AU" sz="1400" dirty="0"/>
              <a:t> </a:t>
            </a:r>
            <a:r>
              <a:rPr lang="en-AU" sz="1400" dirty="0" err="1"/>
              <a:t>endenti</a:t>
            </a:r>
            <a:r>
              <a:rPr lang="en-AU" sz="1400" dirty="0"/>
              <a:t> </a:t>
            </a:r>
            <a:r>
              <a:rPr lang="en-AU" sz="1400" dirty="0" err="1"/>
              <a:t>urisquatur</a:t>
            </a:r>
            <a:endParaRPr lang="en-AU" sz="1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90C5E4-7AF7-EDCE-A050-D7378BEA7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0909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0D030-EC87-C6A4-08D7-FD1848212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39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DC71F-6746-6F42-1CC2-C488D2A14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54" y="346958"/>
            <a:ext cx="10225203" cy="8117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Testimonials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AC0396-261B-FAF9-2453-A3996BE416E7}"/>
              </a:ext>
            </a:extLst>
          </p:cNvPr>
          <p:cNvSpPr txBox="1"/>
          <p:nvPr/>
        </p:nvSpPr>
        <p:spPr>
          <a:xfrm>
            <a:off x="2422570" y="2678237"/>
            <a:ext cx="2398116" cy="226215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en-AU" dirty="0">
                <a:solidFill>
                  <a:schemeClr val="bg1"/>
                </a:solidFill>
              </a:rPr>
              <a:t>Lorem ipsum </a:t>
            </a:r>
            <a:r>
              <a:rPr lang="en-AU" dirty="0" err="1">
                <a:solidFill>
                  <a:schemeClr val="bg1"/>
                </a:solidFill>
              </a:rPr>
              <a:t>dolor</a:t>
            </a:r>
            <a:r>
              <a:rPr lang="en-AU" dirty="0">
                <a:solidFill>
                  <a:schemeClr val="bg1"/>
                </a:solidFill>
              </a:rPr>
              <a:t> sit </a:t>
            </a:r>
            <a:r>
              <a:rPr lang="en-AU" dirty="0" err="1">
                <a:solidFill>
                  <a:schemeClr val="bg1"/>
                </a:solidFill>
              </a:rPr>
              <a:t>amet</a:t>
            </a:r>
            <a:r>
              <a:rPr lang="en-AU" dirty="0">
                <a:solidFill>
                  <a:schemeClr val="bg1"/>
                </a:solidFill>
              </a:rPr>
              <a:t>, </a:t>
            </a:r>
            <a:r>
              <a:rPr lang="en-AU" dirty="0" err="1">
                <a:solidFill>
                  <a:schemeClr val="bg1"/>
                </a:solidFill>
              </a:rPr>
              <a:t>conse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ctetur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adipiscing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elit</a:t>
            </a:r>
            <a:r>
              <a:rPr lang="en-AU" dirty="0">
                <a:solidFill>
                  <a:schemeClr val="bg1"/>
                </a:solidFill>
              </a:rPr>
              <a:t>, sed do </a:t>
            </a:r>
            <a:r>
              <a:rPr lang="en-AU" dirty="0" err="1">
                <a:solidFill>
                  <a:schemeClr val="bg1"/>
                </a:solidFill>
              </a:rPr>
              <a:t>eiusmod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tempor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incididunt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ut</a:t>
            </a:r>
            <a:r>
              <a:rPr lang="en-AU" dirty="0">
                <a:solidFill>
                  <a:schemeClr val="bg1"/>
                </a:solidFill>
              </a:rPr>
              <a:t> labore et dolore magna </a:t>
            </a:r>
            <a:r>
              <a:rPr lang="en-AU" dirty="0" err="1">
                <a:solidFill>
                  <a:schemeClr val="bg1"/>
                </a:solidFill>
              </a:rPr>
              <a:t>aliqua</a:t>
            </a:r>
            <a:r>
              <a:rPr lang="en-AU" dirty="0">
                <a:solidFill>
                  <a:schemeClr val="bg1"/>
                </a:solidFill>
              </a:rPr>
              <a:t>.</a:t>
            </a:r>
          </a:p>
          <a:p>
            <a:pPr lvl="0">
              <a:defRPr/>
            </a:pPr>
            <a:r>
              <a:rPr lang="en-AU" sz="16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Name Surname</a:t>
            </a:r>
          </a:p>
          <a:p>
            <a:pPr lvl="0">
              <a:defRPr/>
            </a:pPr>
            <a:r>
              <a:rPr lang="en-AU" sz="12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Position</a:t>
            </a:r>
            <a:r>
              <a:rPr lang="en-GB" sz="12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 / Course</a:t>
            </a:r>
            <a:endParaRPr lang="en-AU" sz="12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05DDBB-0251-A68A-08B6-F0193BE3E58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850661" y="2425353"/>
            <a:ext cx="434659" cy="4043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1BD307B-FDB2-1B1F-A085-3D24B5BB173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2972" y="4671270"/>
            <a:ext cx="434659" cy="4043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DF20EDD-D0C6-EC55-0A9F-0CC491FB2631}"/>
              </a:ext>
            </a:extLst>
          </p:cNvPr>
          <p:cNvSpPr txBox="1"/>
          <p:nvPr/>
        </p:nvSpPr>
        <p:spPr>
          <a:xfrm>
            <a:off x="8207517" y="4221524"/>
            <a:ext cx="3451009" cy="170816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en-AU" dirty="0">
                <a:solidFill>
                  <a:schemeClr val="bg1"/>
                </a:solidFill>
              </a:rPr>
              <a:t>Lorem ipsum </a:t>
            </a:r>
            <a:r>
              <a:rPr lang="en-AU" dirty="0" err="1">
                <a:solidFill>
                  <a:schemeClr val="bg1"/>
                </a:solidFill>
              </a:rPr>
              <a:t>dolor</a:t>
            </a:r>
            <a:r>
              <a:rPr lang="en-AU" dirty="0">
                <a:solidFill>
                  <a:schemeClr val="bg1"/>
                </a:solidFill>
              </a:rPr>
              <a:t> sit </a:t>
            </a:r>
            <a:r>
              <a:rPr lang="en-AU" dirty="0" err="1">
                <a:solidFill>
                  <a:schemeClr val="bg1"/>
                </a:solidFill>
              </a:rPr>
              <a:t>amet</a:t>
            </a:r>
            <a:r>
              <a:rPr lang="en-AU" dirty="0">
                <a:solidFill>
                  <a:schemeClr val="bg1"/>
                </a:solidFill>
              </a:rPr>
              <a:t>, </a:t>
            </a:r>
            <a:r>
              <a:rPr lang="en-AU" dirty="0" err="1">
                <a:solidFill>
                  <a:schemeClr val="bg1"/>
                </a:solidFill>
              </a:rPr>
              <a:t>conse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ctetur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adipiscing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elit</a:t>
            </a:r>
            <a:r>
              <a:rPr lang="en-AU" dirty="0">
                <a:solidFill>
                  <a:schemeClr val="bg1"/>
                </a:solidFill>
              </a:rPr>
              <a:t>, sed do </a:t>
            </a:r>
            <a:r>
              <a:rPr lang="en-AU" dirty="0" err="1">
                <a:solidFill>
                  <a:schemeClr val="bg1"/>
                </a:solidFill>
              </a:rPr>
              <a:t>eiusmod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tempor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incididunt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ut</a:t>
            </a:r>
            <a:r>
              <a:rPr lang="en-AU" dirty="0">
                <a:solidFill>
                  <a:schemeClr val="bg1"/>
                </a:solidFill>
              </a:rPr>
              <a:t> labore et dolore magna </a:t>
            </a:r>
            <a:r>
              <a:rPr lang="en-AU" dirty="0" err="1">
                <a:solidFill>
                  <a:schemeClr val="bg1"/>
                </a:solidFill>
              </a:rPr>
              <a:t>aliqua</a:t>
            </a:r>
            <a:r>
              <a:rPr lang="en-AU" dirty="0">
                <a:solidFill>
                  <a:schemeClr val="bg1"/>
                </a:solidFill>
              </a:rPr>
              <a:t>.</a:t>
            </a:r>
          </a:p>
          <a:p>
            <a:pPr lvl="0">
              <a:defRPr/>
            </a:pPr>
            <a:r>
              <a:rPr lang="en-AU" sz="16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Name Surname</a:t>
            </a:r>
          </a:p>
          <a:p>
            <a:pPr lvl="0">
              <a:defRPr/>
            </a:pPr>
            <a:r>
              <a:rPr lang="en-AU" sz="12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Position</a:t>
            </a:r>
            <a:r>
              <a:rPr lang="en-GB" sz="12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 / Course</a:t>
            </a:r>
            <a:endParaRPr lang="en-AU" sz="12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A79B0E-CB9D-DB63-0C36-E2AD7B8C532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635609" y="3968640"/>
            <a:ext cx="434659" cy="4043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EB1B632-7DD2-5604-94B9-603A752469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4569" y="5597934"/>
            <a:ext cx="434659" cy="4043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ECA502-3A08-B9CC-5D16-5F35B8C9F1EF}"/>
              </a:ext>
            </a:extLst>
          </p:cNvPr>
          <p:cNvSpPr txBox="1"/>
          <p:nvPr/>
        </p:nvSpPr>
        <p:spPr>
          <a:xfrm>
            <a:off x="7232381" y="1430161"/>
            <a:ext cx="3451009" cy="170816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en-AU" dirty="0">
                <a:solidFill>
                  <a:schemeClr val="bg1"/>
                </a:solidFill>
              </a:rPr>
              <a:t>Lorem ipsum </a:t>
            </a:r>
            <a:r>
              <a:rPr lang="en-AU" dirty="0" err="1">
                <a:solidFill>
                  <a:schemeClr val="bg1"/>
                </a:solidFill>
              </a:rPr>
              <a:t>dolor</a:t>
            </a:r>
            <a:r>
              <a:rPr lang="en-AU" dirty="0">
                <a:solidFill>
                  <a:schemeClr val="bg1"/>
                </a:solidFill>
              </a:rPr>
              <a:t> sit </a:t>
            </a:r>
            <a:r>
              <a:rPr lang="en-AU" dirty="0" err="1">
                <a:solidFill>
                  <a:schemeClr val="bg1"/>
                </a:solidFill>
              </a:rPr>
              <a:t>amet</a:t>
            </a:r>
            <a:r>
              <a:rPr lang="en-AU" dirty="0">
                <a:solidFill>
                  <a:schemeClr val="bg1"/>
                </a:solidFill>
              </a:rPr>
              <a:t>, </a:t>
            </a:r>
            <a:r>
              <a:rPr lang="en-AU" dirty="0" err="1">
                <a:solidFill>
                  <a:schemeClr val="bg1"/>
                </a:solidFill>
              </a:rPr>
              <a:t>conse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ctetur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adipiscing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elit</a:t>
            </a:r>
            <a:r>
              <a:rPr lang="en-AU" dirty="0">
                <a:solidFill>
                  <a:schemeClr val="bg1"/>
                </a:solidFill>
              </a:rPr>
              <a:t>, sed do </a:t>
            </a:r>
            <a:r>
              <a:rPr lang="en-AU" dirty="0" err="1">
                <a:solidFill>
                  <a:schemeClr val="bg1"/>
                </a:solidFill>
              </a:rPr>
              <a:t>eiusmod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tempor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incididunt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ut</a:t>
            </a:r>
            <a:r>
              <a:rPr lang="en-AU" dirty="0">
                <a:solidFill>
                  <a:schemeClr val="bg1"/>
                </a:solidFill>
              </a:rPr>
              <a:t> labore et dolore magna </a:t>
            </a:r>
            <a:r>
              <a:rPr lang="en-AU" dirty="0" err="1">
                <a:solidFill>
                  <a:schemeClr val="bg1"/>
                </a:solidFill>
              </a:rPr>
              <a:t>aliqua</a:t>
            </a:r>
            <a:r>
              <a:rPr lang="en-AU" dirty="0">
                <a:solidFill>
                  <a:schemeClr val="bg1"/>
                </a:solidFill>
              </a:rPr>
              <a:t>.</a:t>
            </a:r>
          </a:p>
          <a:p>
            <a:pPr lvl="0">
              <a:defRPr/>
            </a:pPr>
            <a:r>
              <a:rPr lang="en-AU" sz="16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Name Surname</a:t>
            </a:r>
          </a:p>
          <a:p>
            <a:pPr lvl="0">
              <a:defRPr/>
            </a:pPr>
            <a:r>
              <a:rPr lang="en-AU" sz="12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Position</a:t>
            </a:r>
            <a:r>
              <a:rPr lang="en-GB" sz="12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 / Course</a:t>
            </a:r>
            <a:endParaRPr lang="en-AU" sz="12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E2F714-A337-096B-4A39-09B80237097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6660473" y="1177277"/>
            <a:ext cx="434659" cy="4043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AB6EB8-9CD9-BB35-EF40-140E244E7EE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9433" y="2806571"/>
            <a:ext cx="434659" cy="404334"/>
          </a:xfrm>
          <a:prstGeom prst="rect">
            <a:avLst/>
          </a:prstGeom>
        </p:spPr>
      </p:pic>
      <p:pic>
        <p:nvPicPr>
          <p:cNvPr id="20" name="Picture 19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C03FF013-95CA-6443-F5F5-C6377BCCC5D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365" y="2575220"/>
            <a:ext cx="1414020" cy="1414020"/>
          </a:xfrm>
          <a:prstGeom prst="ellipse">
            <a:avLst/>
          </a:prstGeom>
        </p:spPr>
      </p:pic>
      <p:pic>
        <p:nvPicPr>
          <p:cNvPr id="23" name="Picture 22" descr="A person with blonde hair&#10;&#10;Description automatically generated">
            <a:extLst>
              <a:ext uri="{FF2B5EF4-FFF2-40B4-BE49-F238E27FC236}">
                <a16:creationId xmlns:a16="http://schemas.microsoft.com/office/drawing/2014/main" id="{FA736697-F468-F470-11CD-8EF27CD2045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36502" y="1327144"/>
            <a:ext cx="1414020" cy="1414020"/>
          </a:xfrm>
          <a:prstGeom prst="ellipse">
            <a:avLst/>
          </a:prstGeom>
        </p:spPr>
      </p:pic>
      <p:pic>
        <p:nvPicPr>
          <p:cNvPr id="25" name="Picture 24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80F95376-CA69-5B9A-A5AB-0F7D5772F2D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19953" y="4116735"/>
            <a:ext cx="1414020" cy="141402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05937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35BDDDA-CF1E-5548-ADE1-8FB4DB8FF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01950" y="1806030"/>
            <a:ext cx="0" cy="2707604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Placeholder 34">
            <a:extLst>
              <a:ext uri="{FF2B5EF4-FFF2-40B4-BE49-F238E27FC236}">
                <a16:creationId xmlns:a16="http://schemas.microsoft.com/office/drawing/2014/main" id="{C2B25B3E-7C8B-2C1E-2F3A-6CBC30255246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E3FA7-037C-E147-836A-A5B844F4689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noFill/>
        </p:spPr>
        <p:txBody>
          <a:bodyPr/>
          <a:lstStyle/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  <a:p>
            <a:r>
              <a:rPr lang="en-AU" dirty="0"/>
              <a:t>Ro </a:t>
            </a:r>
            <a:r>
              <a:rPr lang="en-AU" dirty="0" err="1"/>
              <a:t>consed</a:t>
            </a:r>
            <a:r>
              <a:rPr lang="en-AU" dirty="0"/>
              <a:t> </a:t>
            </a:r>
            <a:r>
              <a:rPr lang="en-AU" dirty="0" err="1"/>
              <a:t>ente</a:t>
            </a:r>
            <a:r>
              <a:rPr lang="en-AU" dirty="0"/>
              <a:t> </a:t>
            </a:r>
            <a:r>
              <a:rPr lang="en-AU" dirty="0" err="1"/>
              <a:t>quassi</a:t>
            </a:r>
            <a:r>
              <a:rPr lang="en-AU" dirty="0"/>
              <a:t> </a:t>
            </a:r>
            <a:r>
              <a:rPr lang="en-AU" dirty="0" err="1"/>
              <a:t>digenectus</a:t>
            </a:r>
            <a:r>
              <a:rPr lang="en-AU" dirty="0"/>
              <a:t>, </a:t>
            </a:r>
            <a:r>
              <a:rPr lang="en-AU" dirty="0" err="1"/>
              <a:t>quodi</a:t>
            </a:r>
            <a:br>
              <a:rPr lang="en-AU" dirty="0"/>
            </a:br>
            <a:r>
              <a:rPr lang="en-AU" dirty="0" err="1"/>
              <a:t>ommollupta</a:t>
            </a:r>
            <a:r>
              <a:rPr lang="en-AU" dirty="0"/>
              <a:t> </a:t>
            </a:r>
            <a:r>
              <a:rPr lang="en-AU" dirty="0" err="1"/>
              <a:t>volore</a:t>
            </a:r>
            <a:r>
              <a:rPr lang="en-AU" dirty="0"/>
              <a:t> </a:t>
            </a:r>
            <a:r>
              <a:rPr lang="en-AU" dirty="0" err="1"/>
              <a:t>cus</a:t>
            </a:r>
            <a:r>
              <a:rPr lang="en-AU" dirty="0"/>
              <a:t> </a:t>
            </a:r>
            <a:r>
              <a:rPr lang="en-AU" dirty="0" err="1"/>
              <a:t>adi</a:t>
            </a:r>
            <a:r>
              <a:rPr lang="en-AU" dirty="0"/>
              <a:t> </a:t>
            </a:r>
            <a:r>
              <a:rPr lang="en-AU" dirty="0" err="1"/>
              <a:t>dictureius</a:t>
            </a:r>
            <a:r>
              <a:rPr lang="en-AU" dirty="0"/>
              <a:t> mi, </a:t>
            </a:r>
            <a:r>
              <a:rPr lang="en-AU" dirty="0" err="1"/>
              <a:t>quas</a:t>
            </a:r>
            <a:br>
              <a:rPr lang="en-AU" dirty="0"/>
            </a:br>
            <a:r>
              <a:rPr lang="en-AU" dirty="0" err="1"/>
              <a:t>aliciaTem</a:t>
            </a:r>
            <a:r>
              <a:rPr lang="en-AU" dirty="0"/>
              <a:t>. </a:t>
            </a:r>
            <a:r>
              <a:rPr lang="en-AU" dirty="0" err="1"/>
              <a:t>Quaeria</a:t>
            </a:r>
            <a:r>
              <a:rPr lang="en-AU" dirty="0"/>
              <a:t> dolore, </a:t>
            </a:r>
            <a:r>
              <a:rPr lang="en-AU" dirty="0" err="1"/>
              <a:t>sitisitiumet</a:t>
            </a:r>
            <a:r>
              <a:rPr lang="en-AU" dirty="0"/>
              <a:t> et </a:t>
            </a:r>
            <a:r>
              <a:rPr lang="en-AU" dirty="0" err="1"/>
              <a:t>invel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4B58A7-471A-D54C-87E8-50973B8D2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A06175AC-43FB-D31B-431B-6DF76BD5F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Subheading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D71D558-EF0A-CF3D-20C0-48E605142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40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32024A-71B5-364A-9C04-AEA9384BA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823714"/>
            <a:ext cx="12192000" cy="0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E3BD5FE0-D209-B742-A3F4-C637A5929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1335" y="2202440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CF61D9D-70FC-7240-835B-879950BED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1335" y="3148328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D70AAA3-895C-9349-9F9D-32FC2C4E8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1335" y="4094216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4CD6194-692D-F246-848D-AEBE87CD3D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59632" y="2368336"/>
            <a:ext cx="298288" cy="2982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C0D20A-47CB-754C-E8E7-030DD231AAE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15941" y="3266692"/>
            <a:ext cx="380829" cy="3818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68E8C7-C4D4-3617-BC28-2F438595D74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0351" b="10351"/>
          <a:stretch/>
        </p:blipFill>
        <p:spPr>
          <a:xfrm>
            <a:off x="809346" y="4252943"/>
            <a:ext cx="395482" cy="31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3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57904CA-379F-C87E-BDFD-832CC49F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5102003" y="1909142"/>
            <a:ext cx="1980000" cy="19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1041ED-3A3B-4610-8CEF-73A672C2D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21021" y="1909142"/>
            <a:ext cx="1980000" cy="19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12,345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004C5A-38EE-D077-0ECB-6367EB8F5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2911512" y="1909142"/>
            <a:ext cx="1980000" cy="198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AU" sz="1400" dirty="0" err="1">
                <a:solidFill>
                  <a:schemeClr val="bg1"/>
                </a:solidFill>
              </a:rPr>
              <a:t>Consed</a:t>
            </a:r>
            <a:r>
              <a:rPr lang="en-AU" sz="1400" dirty="0">
                <a:solidFill>
                  <a:schemeClr val="bg1"/>
                </a:solidFill>
              </a:rPr>
              <a:t> </a:t>
            </a:r>
            <a:r>
              <a:rPr lang="en-AU" sz="1400" dirty="0" err="1">
                <a:solidFill>
                  <a:schemeClr val="bg1"/>
                </a:solidFill>
              </a:rPr>
              <a:t>ente</a:t>
            </a:r>
            <a:r>
              <a:rPr lang="en-AU" sz="1400" dirty="0">
                <a:solidFill>
                  <a:schemeClr val="bg1"/>
                </a:solidFill>
              </a:rPr>
              <a:t> </a:t>
            </a:r>
            <a:r>
              <a:rPr lang="en-AU" sz="1400" dirty="0" err="1">
                <a:solidFill>
                  <a:schemeClr val="bg1"/>
                </a:solidFill>
              </a:rPr>
              <a:t>quassi</a:t>
            </a:r>
            <a:endParaRPr lang="en-AU" sz="1400" dirty="0">
              <a:solidFill>
                <a:schemeClr val="bg1"/>
              </a:solidFill>
            </a:endParaRPr>
          </a:p>
          <a:p>
            <a:pPr algn="ctr"/>
            <a:r>
              <a:rPr lang="en-AU" sz="1400" dirty="0" err="1">
                <a:solidFill>
                  <a:schemeClr val="bg1"/>
                </a:solidFill>
              </a:rPr>
              <a:t>digenectus</a:t>
            </a:r>
            <a:r>
              <a:rPr lang="en-AU" sz="1400" dirty="0">
                <a:solidFill>
                  <a:schemeClr val="bg1"/>
                </a:solidFill>
              </a:rPr>
              <a:t>, </a:t>
            </a:r>
            <a:r>
              <a:rPr lang="en-AU" sz="1400" dirty="0" err="1">
                <a:solidFill>
                  <a:schemeClr val="bg1"/>
                </a:solidFill>
              </a:rPr>
              <a:t>quodi</a:t>
            </a:r>
            <a:r>
              <a:rPr lang="en-AU" sz="1400" dirty="0">
                <a:solidFill>
                  <a:schemeClr val="bg1"/>
                </a:solidFill>
              </a:rPr>
              <a:t> </a:t>
            </a:r>
            <a:r>
              <a:rPr lang="en-AU" sz="1400" dirty="0" err="1">
                <a:solidFill>
                  <a:schemeClr val="bg1"/>
                </a:solidFill>
              </a:rPr>
              <a:t>ommollupta</a:t>
            </a:r>
            <a:endParaRPr lang="en-AU" sz="1400" dirty="0">
              <a:solidFill>
                <a:schemeClr val="bg1"/>
              </a:solidFill>
            </a:endParaRPr>
          </a:p>
          <a:p>
            <a:pPr algn="ctr"/>
            <a:r>
              <a:rPr lang="en-AU" sz="1400" dirty="0" err="1">
                <a:solidFill>
                  <a:schemeClr val="bg1"/>
                </a:solidFill>
              </a:rPr>
              <a:t>volore</a:t>
            </a:r>
            <a:r>
              <a:rPr lang="en-AU" sz="1400" dirty="0">
                <a:solidFill>
                  <a:schemeClr val="bg1"/>
                </a:solidFill>
              </a:rPr>
              <a:t> </a:t>
            </a:r>
            <a:r>
              <a:rPr lang="en-AU" sz="1400" dirty="0" err="1">
                <a:solidFill>
                  <a:schemeClr val="bg1"/>
                </a:solidFill>
              </a:rPr>
              <a:t>cus</a:t>
            </a:r>
            <a:r>
              <a:rPr lang="en-AU" sz="1400" dirty="0">
                <a:solidFill>
                  <a:schemeClr val="bg1"/>
                </a:solidFill>
              </a:rPr>
              <a:t> </a:t>
            </a:r>
            <a:r>
              <a:rPr lang="en-AU" sz="1400" dirty="0" err="1">
                <a:solidFill>
                  <a:schemeClr val="bg1"/>
                </a:solidFill>
              </a:rPr>
              <a:t>adi</a:t>
            </a:r>
            <a:r>
              <a:rPr lang="en-AU" sz="1400" dirty="0">
                <a:solidFill>
                  <a:schemeClr val="bg1"/>
                </a:solidFill>
              </a:rPr>
              <a:t> </a:t>
            </a:r>
            <a:r>
              <a:rPr lang="en-AU" sz="1400" dirty="0" err="1">
                <a:solidFill>
                  <a:schemeClr val="bg1"/>
                </a:solidFill>
              </a:rPr>
              <a:t>dictureius</a:t>
            </a:r>
            <a:r>
              <a:rPr lang="en-AU" sz="1400" dirty="0">
                <a:solidFill>
                  <a:schemeClr val="bg1"/>
                </a:solidFill>
              </a:rPr>
              <a:t> mi,</a:t>
            </a:r>
          </a:p>
          <a:p>
            <a:pPr algn="ctr"/>
            <a:r>
              <a:rPr lang="en-AU" sz="1400" dirty="0" err="1">
                <a:solidFill>
                  <a:schemeClr val="bg1"/>
                </a:solidFill>
              </a:rPr>
              <a:t>quas</a:t>
            </a:r>
            <a:r>
              <a:rPr lang="en-AU" sz="1400" dirty="0">
                <a:solidFill>
                  <a:schemeClr val="bg1"/>
                </a:solidFill>
              </a:rPr>
              <a:t> </a:t>
            </a:r>
            <a:r>
              <a:rPr lang="en-AU" sz="1400" dirty="0" err="1">
                <a:solidFill>
                  <a:schemeClr val="bg1"/>
                </a:solidFill>
              </a:rPr>
              <a:t>aliciaTem</a:t>
            </a:r>
            <a:r>
              <a:rPr lang="en-AU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E392EE-42CB-3080-F087-853785FF8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292494" y="1909142"/>
            <a:ext cx="1980000" cy="198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AU" sz="2400" dirty="0">
                <a:solidFill>
                  <a:schemeClr val="bg1"/>
                </a:solidFill>
              </a:rPr>
              <a:t>“Example </a:t>
            </a:r>
            <a:br>
              <a:rPr lang="en-AU" sz="2400" dirty="0">
                <a:solidFill>
                  <a:schemeClr val="bg1"/>
                </a:solidFill>
              </a:rPr>
            </a:br>
            <a:r>
              <a:rPr lang="en-AU" sz="2400" dirty="0">
                <a:solidFill>
                  <a:schemeClr val="bg1"/>
                </a:solidFill>
              </a:rPr>
              <a:t>of a </a:t>
            </a:r>
            <a:br>
              <a:rPr lang="en-AU" sz="2400" dirty="0">
                <a:solidFill>
                  <a:schemeClr val="bg1"/>
                </a:solidFill>
              </a:rPr>
            </a:br>
            <a:r>
              <a:rPr lang="en-AU" sz="2400" dirty="0">
                <a:solidFill>
                  <a:schemeClr val="bg1"/>
                </a:solidFill>
              </a:rPr>
              <a:t>Pull quote”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D921C0-FEA3-7E37-A807-4190310E3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9482983" y="1909142"/>
            <a:ext cx="1980000" cy="19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90AAF7-FFE7-ACE5-8125-F1AFF9AED99F}"/>
              </a:ext>
            </a:extLst>
          </p:cNvPr>
          <p:cNvSpPr txBox="1"/>
          <p:nvPr/>
        </p:nvSpPr>
        <p:spPr>
          <a:xfrm>
            <a:off x="726112" y="4119641"/>
            <a:ext cx="1785939" cy="138499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defRPr/>
            </a:pPr>
            <a:r>
              <a:rPr lang="en-AU" sz="1400" dirty="0"/>
              <a:t>Lorem ipsum </a:t>
            </a:r>
            <a:r>
              <a:rPr lang="en-AU" sz="1400" dirty="0" err="1"/>
              <a:t>dolor</a:t>
            </a:r>
            <a:r>
              <a:rPr lang="en-AU" sz="1400" dirty="0"/>
              <a:t> sit </a:t>
            </a:r>
            <a:r>
              <a:rPr lang="en-AU" sz="1400" dirty="0" err="1"/>
              <a:t>amet</a:t>
            </a:r>
            <a:r>
              <a:rPr lang="en-AU" sz="1400" dirty="0"/>
              <a:t>, </a:t>
            </a:r>
            <a:r>
              <a:rPr lang="en-AU" sz="1400" dirty="0" err="1"/>
              <a:t>conse</a:t>
            </a:r>
            <a:r>
              <a:rPr lang="en-AU" sz="1400" dirty="0"/>
              <a:t> </a:t>
            </a:r>
            <a:r>
              <a:rPr lang="en-AU" sz="1400" dirty="0" err="1"/>
              <a:t>ctetur</a:t>
            </a:r>
            <a:r>
              <a:rPr lang="en-AU" sz="1400" dirty="0"/>
              <a:t> </a:t>
            </a:r>
            <a:r>
              <a:rPr lang="en-AU" sz="1400" dirty="0" err="1"/>
              <a:t>adipiscing</a:t>
            </a:r>
            <a:r>
              <a:rPr lang="en-AU" sz="1400" dirty="0"/>
              <a:t> </a:t>
            </a:r>
            <a:r>
              <a:rPr lang="en-AU" sz="1400" dirty="0" err="1"/>
              <a:t>elit</a:t>
            </a:r>
            <a:r>
              <a:rPr lang="en-AU" sz="1400" dirty="0"/>
              <a:t>, sed do </a:t>
            </a:r>
            <a:r>
              <a:rPr lang="en-AU" sz="1400" dirty="0" err="1"/>
              <a:t>eiusmod</a:t>
            </a:r>
            <a:r>
              <a:rPr lang="en-AU" sz="1400" dirty="0"/>
              <a:t> </a:t>
            </a:r>
            <a:r>
              <a:rPr lang="en-AU" sz="1400" dirty="0" err="1"/>
              <a:t>tempor</a:t>
            </a:r>
            <a:r>
              <a:rPr lang="en-AU" sz="1400" dirty="0"/>
              <a:t> </a:t>
            </a:r>
            <a:r>
              <a:rPr lang="en-AU" sz="1400" dirty="0" err="1"/>
              <a:t>incididunt</a:t>
            </a:r>
            <a:r>
              <a:rPr lang="en-AU" sz="1400" dirty="0"/>
              <a:t> </a:t>
            </a:r>
            <a:r>
              <a:rPr lang="en-AU" sz="1400" dirty="0" err="1"/>
              <a:t>ut</a:t>
            </a:r>
            <a:r>
              <a:rPr lang="en-AU" sz="1400" dirty="0"/>
              <a:t> labore et dolore magna </a:t>
            </a:r>
            <a:r>
              <a:rPr lang="en-AU" sz="1400" dirty="0" err="1"/>
              <a:t>aliqua</a:t>
            </a:r>
            <a:r>
              <a:rPr lang="en-AU" sz="1400" dirty="0"/>
              <a:t>.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90BA6C-BD7A-32D3-E37B-C8F6BE155B63}"/>
              </a:ext>
            </a:extLst>
          </p:cNvPr>
          <p:cNvSpPr txBox="1"/>
          <p:nvPr/>
        </p:nvSpPr>
        <p:spPr>
          <a:xfrm>
            <a:off x="2911512" y="4119641"/>
            <a:ext cx="1785939" cy="138499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defRPr/>
            </a:pPr>
            <a:r>
              <a:rPr lang="en-AU" sz="1400" dirty="0"/>
              <a:t>Lorem ipsum </a:t>
            </a:r>
            <a:r>
              <a:rPr lang="en-AU" sz="1400" dirty="0" err="1"/>
              <a:t>dolor</a:t>
            </a:r>
            <a:r>
              <a:rPr lang="en-AU" sz="1400" dirty="0"/>
              <a:t> sit </a:t>
            </a:r>
            <a:r>
              <a:rPr lang="en-AU" sz="1400" dirty="0" err="1"/>
              <a:t>amet</a:t>
            </a:r>
            <a:r>
              <a:rPr lang="en-AU" sz="1400" dirty="0"/>
              <a:t>, </a:t>
            </a:r>
            <a:r>
              <a:rPr lang="en-AU" sz="1400" dirty="0" err="1"/>
              <a:t>coctns</a:t>
            </a:r>
            <a:r>
              <a:rPr lang="en-AU" sz="1400" dirty="0"/>
              <a:t> </a:t>
            </a:r>
            <a:r>
              <a:rPr lang="en-AU" sz="1400" dirty="0" err="1"/>
              <a:t>eetur</a:t>
            </a:r>
            <a:r>
              <a:rPr lang="en-AU" sz="1400" dirty="0"/>
              <a:t> </a:t>
            </a:r>
            <a:r>
              <a:rPr lang="en-AU" sz="1400" dirty="0" err="1"/>
              <a:t>adipiscing</a:t>
            </a:r>
            <a:r>
              <a:rPr lang="en-AU" sz="1400" dirty="0"/>
              <a:t> </a:t>
            </a:r>
            <a:r>
              <a:rPr lang="en-AU" sz="1400" dirty="0" err="1"/>
              <a:t>elit</a:t>
            </a:r>
            <a:r>
              <a:rPr lang="en-AU" sz="1400" dirty="0"/>
              <a:t>, sed do </a:t>
            </a:r>
            <a:r>
              <a:rPr lang="en-AU" sz="1400" dirty="0" err="1"/>
              <a:t>eiusmod</a:t>
            </a:r>
            <a:r>
              <a:rPr lang="en-AU" sz="1400" dirty="0"/>
              <a:t> </a:t>
            </a:r>
            <a:r>
              <a:rPr lang="en-AU" sz="1400" dirty="0" err="1"/>
              <a:t>tempor</a:t>
            </a:r>
            <a:r>
              <a:rPr lang="en-AU" sz="1400" dirty="0"/>
              <a:t> </a:t>
            </a:r>
            <a:r>
              <a:rPr lang="en-AU" sz="1400" dirty="0" err="1"/>
              <a:t>incididunt</a:t>
            </a:r>
            <a:r>
              <a:rPr lang="en-AU" sz="1400" dirty="0"/>
              <a:t> </a:t>
            </a:r>
            <a:r>
              <a:rPr lang="en-AU" sz="1400" dirty="0" err="1"/>
              <a:t>ut</a:t>
            </a:r>
            <a:r>
              <a:rPr lang="en-AU" sz="1400" dirty="0"/>
              <a:t> labore et dolore magna </a:t>
            </a:r>
            <a:r>
              <a:rPr lang="en-AU" sz="1400" dirty="0" err="1"/>
              <a:t>aliqua</a:t>
            </a:r>
            <a:r>
              <a:rPr lang="en-AU" sz="1400" dirty="0"/>
              <a:t>.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226387-06DD-CBBC-F8C5-4FD76417ECCC}"/>
              </a:ext>
            </a:extLst>
          </p:cNvPr>
          <p:cNvSpPr txBox="1"/>
          <p:nvPr/>
        </p:nvSpPr>
        <p:spPr>
          <a:xfrm>
            <a:off x="5120740" y="4119641"/>
            <a:ext cx="1785939" cy="138499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defRPr/>
            </a:pPr>
            <a:r>
              <a:rPr lang="en-AU" sz="1400" dirty="0"/>
              <a:t>Lorem ipsum </a:t>
            </a:r>
            <a:r>
              <a:rPr lang="en-AU" sz="1400" dirty="0" err="1"/>
              <a:t>dolor</a:t>
            </a:r>
            <a:r>
              <a:rPr lang="en-AU" sz="1400" dirty="0"/>
              <a:t> sit </a:t>
            </a:r>
            <a:r>
              <a:rPr lang="en-AU" sz="1400" dirty="0" err="1"/>
              <a:t>amet</a:t>
            </a:r>
            <a:r>
              <a:rPr lang="en-AU" sz="1400" dirty="0"/>
              <a:t>, cons </a:t>
            </a:r>
            <a:r>
              <a:rPr lang="en-AU" sz="1400" dirty="0" err="1"/>
              <a:t>ectetur</a:t>
            </a:r>
            <a:r>
              <a:rPr lang="en-AU" sz="1400" dirty="0"/>
              <a:t> </a:t>
            </a:r>
            <a:r>
              <a:rPr lang="en-AU" sz="1400" dirty="0" err="1"/>
              <a:t>adipiscing</a:t>
            </a:r>
            <a:r>
              <a:rPr lang="en-AU" sz="1400" dirty="0"/>
              <a:t> </a:t>
            </a:r>
            <a:r>
              <a:rPr lang="en-AU" sz="1400" dirty="0" err="1"/>
              <a:t>elit</a:t>
            </a:r>
            <a:r>
              <a:rPr lang="en-AU" sz="1400" dirty="0"/>
              <a:t>, sed do </a:t>
            </a:r>
            <a:r>
              <a:rPr lang="en-AU" sz="1400" dirty="0" err="1"/>
              <a:t>eiusmod</a:t>
            </a:r>
            <a:r>
              <a:rPr lang="en-AU" sz="1400" dirty="0"/>
              <a:t> </a:t>
            </a:r>
            <a:r>
              <a:rPr lang="en-AU" sz="1400" dirty="0" err="1"/>
              <a:t>tempor</a:t>
            </a:r>
            <a:r>
              <a:rPr lang="en-AU" sz="1400" dirty="0"/>
              <a:t> </a:t>
            </a:r>
            <a:r>
              <a:rPr lang="en-AU" sz="1400" dirty="0" err="1"/>
              <a:t>incididunt</a:t>
            </a:r>
            <a:r>
              <a:rPr lang="en-AU" sz="1400" dirty="0"/>
              <a:t> </a:t>
            </a:r>
            <a:r>
              <a:rPr lang="en-AU" sz="1400" dirty="0" err="1"/>
              <a:t>ut</a:t>
            </a:r>
            <a:r>
              <a:rPr lang="en-AU" sz="1400" dirty="0"/>
              <a:t> labore et dolore magna </a:t>
            </a:r>
            <a:r>
              <a:rPr lang="en-AU" sz="1400" dirty="0" err="1"/>
              <a:t>aliqua</a:t>
            </a:r>
            <a:r>
              <a:rPr lang="en-AU" sz="1400" dirty="0"/>
              <a:t>.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1AA703-8F2B-2FBA-034D-ADF58785B464}"/>
              </a:ext>
            </a:extLst>
          </p:cNvPr>
          <p:cNvSpPr txBox="1"/>
          <p:nvPr/>
        </p:nvSpPr>
        <p:spPr>
          <a:xfrm>
            <a:off x="7307262" y="4119641"/>
            <a:ext cx="1785939" cy="138499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defRPr/>
            </a:pPr>
            <a:r>
              <a:rPr lang="en-AU" sz="1400" dirty="0"/>
              <a:t>Lorem ipsum </a:t>
            </a:r>
            <a:r>
              <a:rPr lang="en-AU" sz="1400" dirty="0" err="1"/>
              <a:t>dolor</a:t>
            </a:r>
            <a:r>
              <a:rPr lang="en-AU" sz="1400" dirty="0"/>
              <a:t> sit </a:t>
            </a:r>
            <a:r>
              <a:rPr lang="en-AU" sz="1400" dirty="0" err="1"/>
              <a:t>amet</a:t>
            </a:r>
            <a:r>
              <a:rPr lang="en-AU" sz="1400" dirty="0"/>
              <a:t>, cons </a:t>
            </a:r>
            <a:r>
              <a:rPr lang="en-AU" sz="1400" dirty="0" err="1"/>
              <a:t>ectetur</a:t>
            </a:r>
            <a:r>
              <a:rPr lang="en-AU" sz="1400" dirty="0"/>
              <a:t> </a:t>
            </a:r>
            <a:r>
              <a:rPr lang="en-AU" sz="1400" dirty="0" err="1"/>
              <a:t>adipiscing</a:t>
            </a:r>
            <a:r>
              <a:rPr lang="en-AU" sz="1400" dirty="0"/>
              <a:t> </a:t>
            </a:r>
            <a:r>
              <a:rPr lang="en-AU" sz="1400" dirty="0" err="1"/>
              <a:t>elit</a:t>
            </a:r>
            <a:r>
              <a:rPr lang="en-AU" sz="1400" dirty="0"/>
              <a:t>, sed do </a:t>
            </a:r>
            <a:r>
              <a:rPr lang="en-AU" sz="1400" dirty="0" err="1"/>
              <a:t>eiusmod</a:t>
            </a:r>
            <a:r>
              <a:rPr lang="en-AU" sz="1400" dirty="0"/>
              <a:t> </a:t>
            </a:r>
            <a:r>
              <a:rPr lang="en-AU" sz="1400" dirty="0" err="1"/>
              <a:t>tempor</a:t>
            </a:r>
            <a:r>
              <a:rPr lang="en-AU" sz="1400" dirty="0"/>
              <a:t> </a:t>
            </a:r>
            <a:r>
              <a:rPr lang="en-AU" sz="1400" dirty="0" err="1"/>
              <a:t>incididunt</a:t>
            </a:r>
            <a:r>
              <a:rPr lang="en-AU" sz="1400" dirty="0"/>
              <a:t> </a:t>
            </a:r>
            <a:r>
              <a:rPr lang="en-AU" sz="1400" dirty="0" err="1"/>
              <a:t>ut</a:t>
            </a:r>
            <a:r>
              <a:rPr lang="en-AU" sz="1400" dirty="0"/>
              <a:t> labore et dolore magna </a:t>
            </a:r>
            <a:r>
              <a:rPr lang="en-AU" sz="1400" dirty="0" err="1"/>
              <a:t>aliqua</a:t>
            </a:r>
            <a:r>
              <a:rPr lang="en-AU" sz="1400" dirty="0"/>
              <a:t>.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F6721F-C162-82E0-AE20-1E2F9AE992C0}"/>
              </a:ext>
            </a:extLst>
          </p:cNvPr>
          <p:cNvSpPr txBox="1"/>
          <p:nvPr/>
        </p:nvSpPr>
        <p:spPr>
          <a:xfrm>
            <a:off x="9501455" y="4119641"/>
            <a:ext cx="1785939" cy="138499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defRPr/>
            </a:pPr>
            <a:r>
              <a:rPr lang="en-AU" sz="1400" dirty="0"/>
              <a:t>Lorem ipsum </a:t>
            </a:r>
            <a:r>
              <a:rPr lang="en-AU" sz="1400" dirty="0" err="1"/>
              <a:t>dolor</a:t>
            </a:r>
            <a:r>
              <a:rPr lang="en-AU" sz="1400" dirty="0"/>
              <a:t> sit </a:t>
            </a:r>
            <a:r>
              <a:rPr lang="en-AU" sz="1400" dirty="0" err="1"/>
              <a:t>amet</a:t>
            </a:r>
            <a:r>
              <a:rPr lang="en-AU" sz="1400" dirty="0"/>
              <a:t>, cons </a:t>
            </a:r>
            <a:r>
              <a:rPr lang="en-AU" sz="1400" dirty="0" err="1"/>
              <a:t>ectetur</a:t>
            </a:r>
            <a:r>
              <a:rPr lang="en-AU" sz="1400" dirty="0"/>
              <a:t> </a:t>
            </a:r>
            <a:r>
              <a:rPr lang="en-AU" sz="1400" dirty="0" err="1"/>
              <a:t>adipiscing</a:t>
            </a:r>
            <a:r>
              <a:rPr lang="en-AU" sz="1400" dirty="0"/>
              <a:t> </a:t>
            </a:r>
            <a:r>
              <a:rPr lang="en-AU" sz="1400" dirty="0" err="1"/>
              <a:t>elit</a:t>
            </a:r>
            <a:r>
              <a:rPr lang="en-AU" sz="1400" dirty="0"/>
              <a:t>, sed do </a:t>
            </a:r>
            <a:r>
              <a:rPr lang="en-AU" sz="1400" dirty="0" err="1"/>
              <a:t>eiusmod</a:t>
            </a:r>
            <a:r>
              <a:rPr lang="en-AU" sz="1400" dirty="0"/>
              <a:t> </a:t>
            </a:r>
            <a:r>
              <a:rPr lang="en-AU" sz="1400" dirty="0" err="1"/>
              <a:t>tempor</a:t>
            </a:r>
            <a:r>
              <a:rPr lang="en-AU" sz="1400" dirty="0"/>
              <a:t> </a:t>
            </a:r>
            <a:r>
              <a:rPr lang="en-AU" sz="1400" dirty="0" err="1"/>
              <a:t>incididunt</a:t>
            </a:r>
            <a:r>
              <a:rPr lang="en-AU" sz="1400" dirty="0"/>
              <a:t> </a:t>
            </a:r>
            <a:r>
              <a:rPr lang="en-AU" sz="1400" dirty="0" err="1"/>
              <a:t>ut</a:t>
            </a:r>
            <a:r>
              <a:rPr lang="en-AU" sz="1400" dirty="0"/>
              <a:t> labore et dolore magna </a:t>
            </a:r>
            <a:r>
              <a:rPr lang="en-AU" sz="1400" dirty="0" err="1"/>
              <a:t>aliqua</a:t>
            </a:r>
            <a:r>
              <a:rPr lang="en-AU" sz="1400" dirty="0"/>
              <a:t>.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0C38B82-0E9B-A844-BB35-E8F488449A6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76768" y="2371104"/>
            <a:ext cx="1073653" cy="105607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AD4DABB-12C5-B10D-1766-F91F67F64F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919591" y="2375662"/>
            <a:ext cx="1080190" cy="10801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270E5B-41FC-5DF5-CA1D-EBD27BB5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97189-A4F5-46A1-F30F-42A9A9125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Subheading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2A2E1-96EF-F771-3C0D-B0322182C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72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7E9E99B-A047-22F2-6340-53D78EC97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42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17714F-ED55-A16C-5E4D-E507DD95E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4080" y="2040703"/>
            <a:ext cx="3463048" cy="3463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FD2C4-4B35-0B4B-9EA9-E24CE740E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3238" y="2040703"/>
            <a:ext cx="3463048" cy="3463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10C7A2-721B-5749-9F55-3D451C949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4477" y="2040703"/>
            <a:ext cx="3463048" cy="3463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4F183-2ADD-724D-8FC6-478D40E5A26E}"/>
              </a:ext>
            </a:extLst>
          </p:cNvPr>
          <p:cNvSpPr txBox="1"/>
          <p:nvPr/>
        </p:nvSpPr>
        <p:spPr>
          <a:xfrm>
            <a:off x="1458132" y="2623010"/>
            <a:ext cx="1958215" cy="64633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12,345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5D9A5-F263-8740-8880-0968B99812FF}"/>
              </a:ext>
            </a:extLst>
          </p:cNvPr>
          <p:cNvSpPr txBox="1"/>
          <p:nvPr/>
        </p:nvSpPr>
        <p:spPr>
          <a:xfrm>
            <a:off x="705716" y="3386939"/>
            <a:ext cx="3463048" cy="18789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en-AU" dirty="0" err="1">
                <a:solidFill>
                  <a:schemeClr val="bg1"/>
                </a:solidFill>
              </a:rPr>
              <a:t>Consed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ente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quassi</a:t>
            </a:r>
            <a:endParaRPr lang="en-AU" dirty="0">
              <a:solidFill>
                <a:schemeClr val="bg1"/>
              </a:solidFill>
            </a:endParaRPr>
          </a:p>
          <a:p>
            <a:pPr algn="ctr"/>
            <a:r>
              <a:rPr lang="en-AU" dirty="0" err="1">
                <a:solidFill>
                  <a:schemeClr val="bg1"/>
                </a:solidFill>
              </a:rPr>
              <a:t>digenectus</a:t>
            </a:r>
            <a:r>
              <a:rPr lang="en-AU" dirty="0">
                <a:solidFill>
                  <a:schemeClr val="bg1"/>
                </a:solidFill>
              </a:rPr>
              <a:t>, </a:t>
            </a:r>
            <a:r>
              <a:rPr lang="en-AU" dirty="0" err="1">
                <a:solidFill>
                  <a:schemeClr val="bg1"/>
                </a:solidFill>
              </a:rPr>
              <a:t>quodi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ommoll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upta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volore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cus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adi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dicture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ius</a:t>
            </a:r>
            <a:r>
              <a:rPr lang="en-AU" dirty="0">
                <a:solidFill>
                  <a:schemeClr val="bg1"/>
                </a:solidFill>
              </a:rPr>
              <a:t> mi, </a:t>
            </a:r>
            <a:r>
              <a:rPr lang="en-AU" dirty="0" err="1">
                <a:solidFill>
                  <a:schemeClr val="bg1"/>
                </a:solidFill>
              </a:rPr>
              <a:t>quas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aliciaTem</a:t>
            </a:r>
            <a:r>
              <a:rPr lang="en-AU" dirty="0">
                <a:solidFill>
                  <a:schemeClr val="bg1"/>
                </a:solidFill>
              </a:rPr>
              <a:t>. 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Quaeria</a:t>
            </a:r>
            <a:r>
              <a:rPr lang="en-AU" dirty="0">
                <a:solidFill>
                  <a:schemeClr val="bg1"/>
                </a:solidFill>
              </a:rPr>
              <a:t> dolore, et </a:t>
            </a:r>
            <a:r>
              <a:rPr lang="en-AU" dirty="0" err="1">
                <a:solidFill>
                  <a:schemeClr val="bg1"/>
                </a:solidFill>
              </a:rPr>
              <a:t>invel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85FBF-9CF4-6E48-8C6C-3D1F77AFEFAF}"/>
              </a:ext>
            </a:extLst>
          </p:cNvPr>
          <p:cNvSpPr txBox="1"/>
          <p:nvPr/>
        </p:nvSpPr>
        <p:spPr>
          <a:xfrm>
            <a:off x="8775654" y="2623010"/>
            <a:ext cx="1958215" cy="64633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+303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E29F5B-A7BA-054F-958B-B73AC016857A}"/>
              </a:ext>
            </a:extLst>
          </p:cNvPr>
          <p:cNvSpPr txBox="1"/>
          <p:nvPr/>
        </p:nvSpPr>
        <p:spPr>
          <a:xfrm>
            <a:off x="8023238" y="3386939"/>
            <a:ext cx="3463048" cy="18789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en-AU" dirty="0" err="1">
                <a:solidFill>
                  <a:schemeClr val="bg1"/>
                </a:solidFill>
              </a:rPr>
              <a:t>Consed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ente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quassi</a:t>
            </a:r>
            <a:endParaRPr lang="en-AU" dirty="0">
              <a:solidFill>
                <a:schemeClr val="bg1"/>
              </a:solidFill>
            </a:endParaRPr>
          </a:p>
          <a:p>
            <a:pPr algn="ctr"/>
            <a:r>
              <a:rPr lang="en-AU" dirty="0" err="1">
                <a:solidFill>
                  <a:schemeClr val="bg1"/>
                </a:solidFill>
              </a:rPr>
              <a:t>digenectus</a:t>
            </a:r>
            <a:r>
              <a:rPr lang="en-AU" dirty="0">
                <a:solidFill>
                  <a:schemeClr val="bg1"/>
                </a:solidFill>
              </a:rPr>
              <a:t>, </a:t>
            </a:r>
            <a:r>
              <a:rPr lang="en-AU" dirty="0" err="1">
                <a:solidFill>
                  <a:schemeClr val="bg1"/>
                </a:solidFill>
              </a:rPr>
              <a:t>quodi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ommoll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upta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volore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cus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adi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dicture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ius</a:t>
            </a:r>
            <a:r>
              <a:rPr lang="en-AU" dirty="0">
                <a:solidFill>
                  <a:schemeClr val="bg1"/>
                </a:solidFill>
              </a:rPr>
              <a:t> mi, </a:t>
            </a:r>
            <a:r>
              <a:rPr lang="en-AU" dirty="0" err="1">
                <a:solidFill>
                  <a:schemeClr val="bg1"/>
                </a:solidFill>
              </a:rPr>
              <a:t>quas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aliciaTem</a:t>
            </a:r>
            <a:r>
              <a:rPr lang="en-AU" dirty="0">
                <a:solidFill>
                  <a:schemeClr val="bg1"/>
                </a:solidFill>
              </a:rPr>
              <a:t>. 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Quaeria</a:t>
            </a:r>
            <a:r>
              <a:rPr lang="en-AU" dirty="0">
                <a:solidFill>
                  <a:schemeClr val="bg1"/>
                </a:solidFill>
              </a:rPr>
              <a:t> dolore, et </a:t>
            </a:r>
            <a:r>
              <a:rPr lang="en-AU" dirty="0" err="1">
                <a:solidFill>
                  <a:schemeClr val="bg1"/>
                </a:solidFill>
              </a:rPr>
              <a:t>invel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4ECB98-9D54-9446-8896-767FAC392C73}"/>
              </a:ext>
            </a:extLst>
          </p:cNvPr>
          <p:cNvSpPr txBox="1"/>
          <p:nvPr/>
        </p:nvSpPr>
        <p:spPr>
          <a:xfrm>
            <a:off x="5037220" y="2623010"/>
            <a:ext cx="1958215" cy="64633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150%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6B38D9-9F5D-E55E-05C8-F95CDFC7AEF7}"/>
              </a:ext>
            </a:extLst>
          </p:cNvPr>
          <p:cNvSpPr txBox="1"/>
          <p:nvPr/>
        </p:nvSpPr>
        <p:spPr>
          <a:xfrm>
            <a:off x="4371337" y="3386939"/>
            <a:ext cx="3463048" cy="18789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en-AU" dirty="0" err="1">
                <a:solidFill>
                  <a:schemeClr val="bg1"/>
                </a:solidFill>
              </a:rPr>
              <a:t>Consed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ente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quassi</a:t>
            </a:r>
            <a:endParaRPr lang="en-AU" dirty="0">
              <a:solidFill>
                <a:schemeClr val="bg1"/>
              </a:solidFill>
            </a:endParaRPr>
          </a:p>
          <a:p>
            <a:pPr algn="ctr"/>
            <a:r>
              <a:rPr lang="en-AU" dirty="0" err="1">
                <a:solidFill>
                  <a:schemeClr val="bg1"/>
                </a:solidFill>
              </a:rPr>
              <a:t>digenectus</a:t>
            </a:r>
            <a:r>
              <a:rPr lang="en-AU" dirty="0">
                <a:solidFill>
                  <a:schemeClr val="bg1"/>
                </a:solidFill>
              </a:rPr>
              <a:t>, </a:t>
            </a:r>
            <a:r>
              <a:rPr lang="en-AU" dirty="0" err="1">
                <a:solidFill>
                  <a:schemeClr val="bg1"/>
                </a:solidFill>
              </a:rPr>
              <a:t>quodi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ommoll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upta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volore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cus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adi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dicture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ius</a:t>
            </a:r>
            <a:r>
              <a:rPr lang="en-AU" dirty="0">
                <a:solidFill>
                  <a:schemeClr val="bg1"/>
                </a:solidFill>
              </a:rPr>
              <a:t> mi, </a:t>
            </a:r>
            <a:r>
              <a:rPr lang="en-AU" dirty="0" err="1">
                <a:solidFill>
                  <a:schemeClr val="bg1"/>
                </a:solidFill>
              </a:rPr>
              <a:t>quas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dirty="0" err="1">
                <a:solidFill>
                  <a:schemeClr val="bg1"/>
                </a:solidFill>
              </a:rPr>
              <a:t>aliciaTem</a:t>
            </a:r>
            <a:r>
              <a:rPr lang="en-AU" dirty="0">
                <a:solidFill>
                  <a:schemeClr val="bg1"/>
                </a:solidFill>
              </a:rPr>
              <a:t>. 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 err="1">
                <a:solidFill>
                  <a:schemeClr val="bg1"/>
                </a:solidFill>
              </a:rPr>
              <a:t>Quaeria</a:t>
            </a:r>
            <a:r>
              <a:rPr lang="en-AU" dirty="0">
                <a:solidFill>
                  <a:schemeClr val="bg1"/>
                </a:solidFill>
              </a:rPr>
              <a:t> dolore, et </a:t>
            </a:r>
            <a:r>
              <a:rPr lang="en-AU" dirty="0" err="1">
                <a:solidFill>
                  <a:schemeClr val="bg1"/>
                </a:solidFill>
              </a:rPr>
              <a:t>invel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87C4354D-4F45-171A-D760-7897F38D7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702910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EF2ED1-1323-9382-7934-8EC2D49D26E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2110639" y="2011627"/>
            <a:ext cx="0" cy="640111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E21EA1-F7C8-23F0-7856-C9DE41C2959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138009" y="2011627"/>
            <a:ext cx="14818" cy="640111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A8E969-2775-5A19-9509-52D9DE90F6F0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045858" y="2011627"/>
            <a:ext cx="3542" cy="640111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B1F72E-D508-F061-7137-4B5A53A2756F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8079163" y="2011627"/>
            <a:ext cx="12007" cy="640111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C78D6C-32ED-C589-61ED-8877D029EF46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10068668" y="2011627"/>
            <a:ext cx="12006" cy="640111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EB3B4A5-F8BC-478B-A86F-C372BA1FFD21}"/>
              </a:ext>
            </a:extLst>
          </p:cNvPr>
          <p:cNvSpPr/>
          <p:nvPr/>
        </p:nvSpPr>
        <p:spPr>
          <a:xfrm>
            <a:off x="0" y="1902481"/>
            <a:ext cx="12192000" cy="3733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B1505E-F6BE-D6D0-2459-B8022ED1C3A8}"/>
              </a:ext>
            </a:extLst>
          </p:cNvPr>
          <p:cNvSpPr txBox="1"/>
          <p:nvPr/>
        </p:nvSpPr>
        <p:spPr>
          <a:xfrm>
            <a:off x="9472500" y="1883371"/>
            <a:ext cx="125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0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2045</a:t>
            </a:r>
            <a:endParaRPr lang="en-GB" sz="20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6E6735-A099-068F-F37A-F7C34DBC2F50}"/>
              </a:ext>
            </a:extLst>
          </p:cNvPr>
          <p:cNvSpPr txBox="1"/>
          <p:nvPr/>
        </p:nvSpPr>
        <p:spPr>
          <a:xfrm>
            <a:off x="7482995" y="1883371"/>
            <a:ext cx="125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0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2040</a:t>
            </a:r>
            <a:endParaRPr lang="en-GB" sz="20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24B7BB-D79B-7021-76D7-D7A5AAFBBF15}"/>
              </a:ext>
            </a:extLst>
          </p:cNvPr>
          <p:cNvSpPr txBox="1"/>
          <p:nvPr/>
        </p:nvSpPr>
        <p:spPr>
          <a:xfrm>
            <a:off x="5449691" y="1883371"/>
            <a:ext cx="125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0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2035</a:t>
            </a:r>
            <a:endParaRPr lang="en-GB" sz="20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C5A3E3-9CC8-C68C-ED61-7FDC7EB8273E}"/>
              </a:ext>
            </a:extLst>
          </p:cNvPr>
          <p:cNvSpPr txBox="1"/>
          <p:nvPr/>
        </p:nvSpPr>
        <p:spPr>
          <a:xfrm>
            <a:off x="3550308" y="1883371"/>
            <a:ext cx="125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0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2030</a:t>
            </a:r>
            <a:endParaRPr lang="en-GB" sz="20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5043D6-3759-2E0B-1493-3EC371F487BF}"/>
              </a:ext>
            </a:extLst>
          </p:cNvPr>
          <p:cNvSpPr txBox="1"/>
          <p:nvPr/>
        </p:nvSpPr>
        <p:spPr>
          <a:xfrm>
            <a:off x="1522939" y="1883371"/>
            <a:ext cx="1250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000" dirty="0">
                <a:solidFill>
                  <a:schemeClr val="bg1"/>
                </a:solidFill>
                <a:ea typeface="Noto Sans" panose="020B0502040504020204" pitchFamily="34"/>
                <a:cs typeface="Noto Sans" panose="020B0502040504020204" pitchFamily="34"/>
              </a:rPr>
              <a:t>2025</a:t>
            </a:r>
            <a:endParaRPr lang="en-GB" sz="2000" dirty="0">
              <a:solidFill>
                <a:schemeClr val="bg1"/>
              </a:solidFill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8DB67D-BDAB-6825-789D-D5FE97B5C48A}"/>
              </a:ext>
            </a:extLst>
          </p:cNvPr>
          <p:cNvSpPr txBox="1"/>
          <p:nvPr/>
        </p:nvSpPr>
        <p:spPr>
          <a:xfrm>
            <a:off x="1441145" y="4320414"/>
            <a:ext cx="16126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</a:t>
            </a:r>
            <a:r>
              <a:rPr lang="en-US" sz="1400" dirty="0"/>
              <a:t> </a:t>
            </a:r>
            <a:r>
              <a:rPr lang="en-US" sz="1400" dirty="0" err="1"/>
              <a:t>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</a:t>
            </a:r>
            <a:r>
              <a:rPr lang="en-US" sz="1400" dirty="0" err="1"/>
              <a:t>labore</a:t>
            </a:r>
            <a:r>
              <a:rPr lang="en-US" sz="1400" dirty="0"/>
              <a:t> 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C24778-153A-5E1D-6052-B405CDA0E4F3}"/>
              </a:ext>
            </a:extLst>
          </p:cNvPr>
          <p:cNvSpPr txBox="1"/>
          <p:nvPr/>
        </p:nvSpPr>
        <p:spPr>
          <a:xfrm>
            <a:off x="3424462" y="4320414"/>
            <a:ext cx="16126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</a:t>
            </a:r>
            <a:r>
              <a:rPr lang="en-US" sz="1400" dirty="0"/>
              <a:t> </a:t>
            </a:r>
            <a:r>
              <a:rPr lang="en-US" sz="1400" dirty="0" err="1"/>
              <a:t>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</a:t>
            </a:r>
            <a:r>
              <a:rPr lang="en-US" sz="1400" dirty="0" err="1"/>
              <a:t>labore</a:t>
            </a:r>
            <a:r>
              <a:rPr lang="en-US" sz="1400" dirty="0"/>
              <a:t> 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0382EF-55B1-53C8-46A1-0BAD8D9121B3}"/>
              </a:ext>
            </a:extLst>
          </p:cNvPr>
          <p:cNvSpPr txBox="1"/>
          <p:nvPr/>
        </p:nvSpPr>
        <p:spPr>
          <a:xfrm>
            <a:off x="5407779" y="4320414"/>
            <a:ext cx="16126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</a:t>
            </a:r>
            <a:r>
              <a:rPr lang="en-US" sz="1400" dirty="0"/>
              <a:t> </a:t>
            </a:r>
            <a:r>
              <a:rPr lang="en-US" sz="1400" dirty="0" err="1"/>
              <a:t>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</a:t>
            </a:r>
            <a:r>
              <a:rPr lang="en-US" sz="1400" dirty="0" err="1"/>
              <a:t>labore</a:t>
            </a:r>
            <a:r>
              <a:rPr lang="en-US" sz="1400" dirty="0"/>
              <a:t> 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93ED65-CE57-4D8D-DE94-B3B4349F0914}"/>
              </a:ext>
            </a:extLst>
          </p:cNvPr>
          <p:cNvSpPr txBox="1"/>
          <p:nvPr/>
        </p:nvSpPr>
        <p:spPr>
          <a:xfrm>
            <a:off x="7391096" y="4320414"/>
            <a:ext cx="16126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</a:t>
            </a:r>
            <a:r>
              <a:rPr lang="en-US" sz="1400" dirty="0"/>
              <a:t> </a:t>
            </a:r>
            <a:r>
              <a:rPr lang="en-US" sz="1400" dirty="0" err="1"/>
              <a:t>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</a:t>
            </a:r>
            <a:r>
              <a:rPr lang="en-US" sz="1400" dirty="0" err="1"/>
              <a:t>labore</a:t>
            </a:r>
            <a:r>
              <a:rPr lang="en-US" sz="1400" dirty="0"/>
              <a:t> 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526D43-E543-49F3-47C2-6F2390F742AB}"/>
              </a:ext>
            </a:extLst>
          </p:cNvPr>
          <p:cNvSpPr txBox="1"/>
          <p:nvPr/>
        </p:nvSpPr>
        <p:spPr>
          <a:xfrm>
            <a:off x="9374412" y="4320414"/>
            <a:ext cx="16126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</a:t>
            </a:r>
            <a:r>
              <a:rPr lang="en-US" sz="1400" dirty="0"/>
              <a:t> </a:t>
            </a:r>
            <a:r>
              <a:rPr lang="en-US" sz="1400" dirty="0" err="1"/>
              <a:t>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</a:t>
            </a:r>
            <a:r>
              <a:rPr lang="en-US" sz="1400" dirty="0" err="1"/>
              <a:t>labore</a:t>
            </a:r>
            <a:r>
              <a:rPr lang="en-US" sz="1400" dirty="0"/>
              <a:t> 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8D8294-A46E-F8A7-BF0F-5E7FA2E9B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A7A945-A2F3-D2F2-BD8E-893A09B78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43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51A02A-2269-0F81-4290-97FF4CB419B0}"/>
              </a:ext>
            </a:extLst>
          </p:cNvPr>
          <p:cNvSpPr/>
          <p:nvPr/>
        </p:nvSpPr>
        <p:spPr>
          <a:xfrm>
            <a:off x="9348309" y="2651738"/>
            <a:ext cx="1464730" cy="1464728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0A1A8A8-B030-E5B3-6776-1232D333DE74}"/>
              </a:ext>
            </a:extLst>
          </p:cNvPr>
          <p:cNvSpPr/>
          <p:nvPr/>
        </p:nvSpPr>
        <p:spPr>
          <a:xfrm>
            <a:off x="7358805" y="2651738"/>
            <a:ext cx="1464730" cy="1464728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571A655-EA80-99D1-2E39-D8301C46B2F6}"/>
              </a:ext>
            </a:extLst>
          </p:cNvPr>
          <p:cNvSpPr/>
          <p:nvPr/>
        </p:nvSpPr>
        <p:spPr>
          <a:xfrm>
            <a:off x="5317035" y="2651738"/>
            <a:ext cx="1464730" cy="1464728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79AC92-E245-B90B-F512-A9F4669092CB}"/>
              </a:ext>
            </a:extLst>
          </p:cNvPr>
          <p:cNvSpPr/>
          <p:nvPr/>
        </p:nvSpPr>
        <p:spPr>
          <a:xfrm>
            <a:off x="3420462" y="2651738"/>
            <a:ext cx="1464730" cy="1464728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E81635-22BA-2300-AA44-1B9EE8A2EA17}"/>
              </a:ext>
            </a:extLst>
          </p:cNvPr>
          <p:cNvSpPr/>
          <p:nvPr/>
        </p:nvSpPr>
        <p:spPr>
          <a:xfrm>
            <a:off x="1378274" y="2651738"/>
            <a:ext cx="1464730" cy="1464728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36D4B88-0C5F-DC03-57F1-7089AEB5AAF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351" b="10351"/>
          <a:stretch/>
        </p:blipFill>
        <p:spPr>
          <a:xfrm>
            <a:off x="5697701" y="3042189"/>
            <a:ext cx="796598" cy="63168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4F65767-194E-D351-7174-82CF11E549E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456" r="11456"/>
          <a:stretch/>
        </p:blipFill>
        <p:spPr>
          <a:xfrm>
            <a:off x="9649615" y="3170721"/>
            <a:ext cx="895988" cy="46491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88092C6-836C-611A-FD0D-7DAD5748980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5885" y="2983783"/>
            <a:ext cx="764314" cy="76637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3686BA5-43AE-3884-6C94-8B2EB9A84B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763055" y="3019996"/>
            <a:ext cx="690098" cy="69393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B1986FD-DD2E-8C59-45A0-5C760C55AB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97542" y="3032996"/>
            <a:ext cx="680934" cy="68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557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BF11B9-22CE-C573-34B3-AE82449B928E}"/>
              </a:ext>
            </a:extLst>
          </p:cNvPr>
          <p:cNvSpPr/>
          <p:nvPr/>
        </p:nvSpPr>
        <p:spPr>
          <a:xfrm>
            <a:off x="709836" y="3405655"/>
            <a:ext cx="1765991" cy="2481800"/>
          </a:xfrm>
          <a:prstGeom prst="rect">
            <a:avLst/>
          </a:prstGeom>
          <a:gradFill>
            <a:gsLst>
              <a:gs pos="100000">
                <a:schemeClr val="bg1"/>
              </a:gs>
              <a:gs pos="2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C63D15-9662-D4F8-D747-60C8E9A787C3}"/>
              </a:ext>
            </a:extLst>
          </p:cNvPr>
          <p:cNvSpPr/>
          <p:nvPr/>
        </p:nvSpPr>
        <p:spPr>
          <a:xfrm>
            <a:off x="2849188" y="3906072"/>
            <a:ext cx="1765991" cy="1981383"/>
          </a:xfrm>
          <a:prstGeom prst="rect">
            <a:avLst/>
          </a:prstGeom>
          <a:gradFill>
            <a:gsLst>
              <a:gs pos="100000">
                <a:schemeClr val="bg1"/>
              </a:gs>
              <a:gs pos="2000">
                <a:schemeClr val="bg2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9C0A10-734A-6F9D-F034-42DD2E95EB38}"/>
              </a:ext>
            </a:extLst>
          </p:cNvPr>
          <p:cNvSpPr/>
          <p:nvPr/>
        </p:nvSpPr>
        <p:spPr>
          <a:xfrm>
            <a:off x="5039971" y="4440377"/>
            <a:ext cx="1765991" cy="1447078"/>
          </a:xfrm>
          <a:prstGeom prst="rect">
            <a:avLst/>
          </a:prstGeom>
          <a:gradFill>
            <a:gsLst>
              <a:gs pos="100000">
                <a:schemeClr val="bg1"/>
              </a:gs>
              <a:gs pos="2000">
                <a:schemeClr val="accent2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EA5A9F-311F-332A-44F0-3D3D47A3FC6A}"/>
              </a:ext>
            </a:extLst>
          </p:cNvPr>
          <p:cNvSpPr/>
          <p:nvPr/>
        </p:nvSpPr>
        <p:spPr>
          <a:xfrm>
            <a:off x="7200607" y="5057683"/>
            <a:ext cx="1765991" cy="829772"/>
          </a:xfrm>
          <a:prstGeom prst="rect">
            <a:avLst/>
          </a:prstGeom>
          <a:gradFill>
            <a:gsLst>
              <a:gs pos="100000">
                <a:schemeClr val="bg1"/>
              </a:gs>
              <a:gs pos="1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2F649F-15C8-C819-51E0-947F446CC00C}"/>
              </a:ext>
            </a:extLst>
          </p:cNvPr>
          <p:cNvSpPr/>
          <p:nvPr/>
        </p:nvSpPr>
        <p:spPr>
          <a:xfrm>
            <a:off x="9393895" y="4281677"/>
            <a:ext cx="1765991" cy="14066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87EF8-C0B0-7F3A-181E-FD4E36E9B771}"/>
              </a:ext>
            </a:extLst>
          </p:cNvPr>
          <p:cNvSpPr/>
          <p:nvPr/>
        </p:nvSpPr>
        <p:spPr>
          <a:xfrm>
            <a:off x="709836" y="1920503"/>
            <a:ext cx="1765991" cy="889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8355F-43B9-4E54-606E-0D40C9FC39CD}"/>
              </a:ext>
            </a:extLst>
          </p:cNvPr>
          <p:cNvSpPr txBox="1"/>
          <p:nvPr/>
        </p:nvSpPr>
        <p:spPr>
          <a:xfrm>
            <a:off x="624310" y="2084323"/>
            <a:ext cx="193109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500" dirty="0"/>
              <a:t>Lorem ipsum dolor sit </a:t>
            </a:r>
            <a:r>
              <a:rPr lang="en-US" sz="1500" dirty="0" err="1"/>
              <a:t>amet</a:t>
            </a:r>
            <a:r>
              <a:rPr lang="en-US" sz="1500" dirty="0"/>
              <a:t>, </a:t>
            </a:r>
            <a:r>
              <a:rPr lang="en-US" sz="1500" dirty="0" err="1"/>
              <a:t>conse</a:t>
            </a:r>
            <a:r>
              <a:rPr lang="en-US" sz="1500" dirty="0"/>
              <a:t> </a:t>
            </a:r>
            <a:r>
              <a:rPr lang="en-US" sz="1500" dirty="0" err="1"/>
              <a:t>ctetur</a:t>
            </a:r>
            <a:r>
              <a:rPr lang="en-US" sz="1500" dirty="0"/>
              <a:t> </a:t>
            </a:r>
            <a:r>
              <a:rPr lang="en-US" sz="1500" dirty="0" err="1"/>
              <a:t>adipiscing</a:t>
            </a:r>
            <a:r>
              <a:rPr lang="en-US" sz="1500" dirty="0"/>
              <a:t> </a:t>
            </a:r>
            <a:r>
              <a:rPr lang="en-US" sz="1500" dirty="0" err="1"/>
              <a:t>elit</a:t>
            </a:r>
            <a:r>
              <a:rPr lang="en-US" sz="1500" dirty="0"/>
              <a:t>, sed do </a:t>
            </a:r>
            <a:r>
              <a:rPr lang="en-US" sz="1500" dirty="0" err="1"/>
              <a:t>eiusmod</a:t>
            </a:r>
            <a:r>
              <a:rPr lang="en-US" sz="1500" dirty="0"/>
              <a:t> </a:t>
            </a:r>
            <a:r>
              <a:rPr lang="en-US" sz="1500" dirty="0" err="1"/>
              <a:t>tempor</a:t>
            </a:r>
            <a:r>
              <a:rPr lang="en-US" sz="1500" dirty="0"/>
              <a:t> </a:t>
            </a:r>
            <a:r>
              <a:rPr lang="en-US" sz="1500" dirty="0" err="1"/>
              <a:t>ut</a:t>
            </a:r>
            <a:r>
              <a:rPr lang="en-US" sz="1500" dirty="0"/>
              <a:t> </a:t>
            </a:r>
            <a:r>
              <a:rPr lang="en-US" sz="1500" dirty="0" err="1"/>
              <a:t>labore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BF1EF6-16CC-7E78-E77B-00982724F317}"/>
              </a:ext>
            </a:extLst>
          </p:cNvPr>
          <p:cNvSpPr txBox="1"/>
          <p:nvPr/>
        </p:nvSpPr>
        <p:spPr>
          <a:xfrm>
            <a:off x="624310" y="1395806"/>
            <a:ext cx="1851517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2025</a:t>
            </a:r>
            <a:endParaRPr kumimoji="0" lang="en-GB" sz="28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D672EE-306D-759B-3C27-EF1A8B05DF81}"/>
              </a:ext>
            </a:extLst>
          </p:cNvPr>
          <p:cNvSpPr/>
          <p:nvPr/>
        </p:nvSpPr>
        <p:spPr>
          <a:xfrm>
            <a:off x="709836" y="3383542"/>
            <a:ext cx="1765991" cy="889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6CEF44-3D56-7326-2B4C-C4892A68CFB2}"/>
              </a:ext>
            </a:extLst>
          </p:cNvPr>
          <p:cNvSpPr/>
          <p:nvPr/>
        </p:nvSpPr>
        <p:spPr>
          <a:xfrm>
            <a:off x="9400771" y="4225317"/>
            <a:ext cx="1765991" cy="889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F2C894-8137-10CE-9E6A-83B19849431B}"/>
              </a:ext>
            </a:extLst>
          </p:cNvPr>
          <p:cNvSpPr txBox="1"/>
          <p:nvPr/>
        </p:nvSpPr>
        <p:spPr>
          <a:xfrm>
            <a:off x="9315245" y="4389137"/>
            <a:ext cx="193109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500" dirty="0"/>
              <a:t>Lorem ipsum dolor sit </a:t>
            </a:r>
            <a:r>
              <a:rPr lang="en-US" sz="1500" dirty="0" err="1"/>
              <a:t>amet</a:t>
            </a:r>
            <a:r>
              <a:rPr lang="en-US" sz="1500" dirty="0"/>
              <a:t>, </a:t>
            </a:r>
            <a:r>
              <a:rPr lang="en-US" sz="1500" dirty="0" err="1"/>
              <a:t>conse</a:t>
            </a:r>
            <a:r>
              <a:rPr lang="en-US" sz="1500" dirty="0"/>
              <a:t> </a:t>
            </a:r>
            <a:r>
              <a:rPr lang="en-US" sz="1500" dirty="0" err="1"/>
              <a:t>ctetur</a:t>
            </a:r>
            <a:r>
              <a:rPr lang="en-US" sz="1500" dirty="0"/>
              <a:t> </a:t>
            </a:r>
            <a:r>
              <a:rPr lang="en-US" sz="1500" dirty="0" err="1"/>
              <a:t>adipiscing</a:t>
            </a:r>
            <a:r>
              <a:rPr lang="en-US" sz="1500" dirty="0"/>
              <a:t> </a:t>
            </a:r>
            <a:r>
              <a:rPr lang="en-US" sz="1500" dirty="0" err="1"/>
              <a:t>elit</a:t>
            </a:r>
            <a:r>
              <a:rPr lang="en-US" sz="1500" dirty="0"/>
              <a:t>, sed do </a:t>
            </a:r>
            <a:r>
              <a:rPr lang="en-US" sz="1500" dirty="0" err="1"/>
              <a:t>eiusmod</a:t>
            </a:r>
            <a:r>
              <a:rPr lang="en-US" sz="1500" dirty="0"/>
              <a:t> </a:t>
            </a:r>
            <a:r>
              <a:rPr lang="en-US" sz="1500" dirty="0" err="1"/>
              <a:t>tempor</a:t>
            </a:r>
            <a:r>
              <a:rPr lang="en-US" sz="1500" dirty="0"/>
              <a:t> </a:t>
            </a:r>
            <a:r>
              <a:rPr lang="en-US" sz="1500" dirty="0" err="1"/>
              <a:t>ut</a:t>
            </a:r>
            <a:r>
              <a:rPr lang="en-US" sz="1500" dirty="0"/>
              <a:t> </a:t>
            </a:r>
            <a:r>
              <a:rPr lang="en-US" sz="1500" dirty="0" err="1"/>
              <a:t>labore</a:t>
            </a:r>
            <a:endParaRPr lang="en-GB" sz="1500" dirty="0"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5E798C-1F41-09D8-D1B7-FBF8361FD643}"/>
              </a:ext>
            </a:extLst>
          </p:cNvPr>
          <p:cNvSpPr txBox="1"/>
          <p:nvPr/>
        </p:nvSpPr>
        <p:spPr>
          <a:xfrm>
            <a:off x="9315245" y="3676505"/>
            <a:ext cx="1851517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2045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CA0D34-E39A-0E41-D75B-9BA4C2B1C873}"/>
              </a:ext>
            </a:extLst>
          </p:cNvPr>
          <p:cNvSpPr/>
          <p:nvPr/>
        </p:nvSpPr>
        <p:spPr>
          <a:xfrm>
            <a:off x="9400771" y="5688356"/>
            <a:ext cx="1765991" cy="889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E88B97-6060-C063-4EAA-13097C034482}"/>
              </a:ext>
            </a:extLst>
          </p:cNvPr>
          <p:cNvSpPr/>
          <p:nvPr/>
        </p:nvSpPr>
        <p:spPr>
          <a:xfrm>
            <a:off x="7200607" y="3556092"/>
            <a:ext cx="1765991" cy="889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912360-5F52-0693-4B6A-072A10FBB6EA}"/>
              </a:ext>
            </a:extLst>
          </p:cNvPr>
          <p:cNvSpPr txBox="1"/>
          <p:nvPr/>
        </p:nvSpPr>
        <p:spPr>
          <a:xfrm>
            <a:off x="7115081" y="3719912"/>
            <a:ext cx="193109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500" dirty="0"/>
              <a:t>Lorem ipsum dolor sit </a:t>
            </a:r>
            <a:r>
              <a:rPr lang="en-US" sz="1500" dirty="0" err="1"/>
              <a:t>amet</a:t>
            </a:r>
            <a:r>
              <a:rPr lang="en-US" sz="1500" dirty="0"/>
              <a:t>, </a:t>
            </a:r>
            <a:r>
              <a:rPr lang="en-US" sz="1500" dirty="0" err="1"/>
              <a:t>conse</a:t>
            </a:r>
            <a:r>
              <a:rPr lang="en-US" sz="1500" dirty="0"/>
              <a:t> </a:t>
            </a:r>
            <a:r>
              <a:rPr lang="en-US" sz="1500" dirty="0" err="1"/>
              <a:t>ctetur</a:t>
            </a:r>
            <a:r>
              <a:rPr lang="en-US" sz="1500" dirty="0"/>
              <a:t> </a:t>
            </a:r>
            <a:r>
              <a:rPr lang="en-US" sz="1500" dirty="0" err="1"/>
              <a:t>adipiscing</a:t>
            </a:r>
            <a:r>
              <a:rPr lang="en-US" sz="1500" dirty="0"/>
              <a:t> </a:t>
            </a:r>
            <a:r>
              <a:rPr lang="en-US" sz="1500" dirty="0" err="1"/>
              <a:t>elit</a:t>
            </a:r>
            <a:r>
              <a:rPr lang="en-US" sz="1500" dirty="0"/>
              <a:t>, sed do </a:t>
            </a:r>
            <a:r>
              <a:rPr lang="en-US" sz="1500" dirty="0" err="1"/>
              <a:t>eiusmod</a:t>
            </a:r>
            <a:r>
              <a:rPr lang="en-US" sz="1500" dirty="0"/>
              <a:t> </a:t>
            </a:r>
            <a:r>
              <a:rPr lang="en-US" sz="1500" dirty="0" err="1"/>
              <a:t>tempor</a:t>
            </a:r>
            <a:r>
              <a:rPr lang="en-US" sz="1500" dirty="0"/>
              <a:t> </a:t>
            </a:r>
            <a:r>
              <a:rPr lang="en-US" sz="1500" dirty="0" err="1"/>
              <a:t>ut</a:t>
            </a:r>
            <a:r>
              <a:rPr lang="en-US" sz="1500" dirty="0"/>
              <a:t> </a:t>
            </a:r>
            <a:r>
              <a:rPr lang="en-US" sz="1500" dirty="0" err="1"/>
              <a:t>labore</a:t>
            </a:r>
            <a:endParaRPr lang="en-GB" sz="1500" dirty="0"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1BE8B1-C1A0-A885-798D-6107D294E392}"/>
              </a:ext>
            </a:extLst>
          </p:cNvPr>
          <p:cNvSpPr txBox="1"/>
          <p:nvPr/>
        </p:nvSpPr>
        <p:spPr>
          <a:xfrm>
            <a:off x="7115081" y="3007280"/>
            <a:ext cx="1851517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2040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356DFA-F9E8-AF14-1094-399640F67CB6}"/>
              </a:ext>
            </a:extLst>
          </p:cNvPr>
          <p:cNvSpPr/>
          <p:nvPr/>
        </p:nvSpPr>
        <p:spPr>
          <a:xfrm>
            <a:off x="7200607" y="5019131"/>
            <a:ext cx="1765991" cy="889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272D20-9612-76A5-DB50-D6C91CA436C1}"/>
              </a:ext>
            </a:extLst>
          </p:cNvPr>
          <p:cNvSpPr/>
          <p:nvPr/>
        </p:nvSpPr>
        <p:spPr>
          <a:xfrm>
            <a:off x="5048428" y="2927257"/>
            <a:ext cx="1765991" cy="889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949046-7E3F-F0E7-98A6-85C28BE45784}"/>
              </a:ext>
            </a:extLst>
          </p:cNvPr>
          <p:cNvSpPr txBox="1"/>
          <p:nvPr/>
        </p:nvSpPr>
        <p:spPr>
          <a:xfrm>
            <a:off x="4962902" y="3091077"/>
            <a:ext cx="193109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500" dirty="0"/>
              <a:t>Lorem ipsum dolor sit </a:t>
            </a:r>
            <a:r>
              <a:rPr lang="en-US" sz="1500" dirty="0" err="1"/>
              <a:t>amet</a:t>
            </a:r>
            <a:r>
              <a:rPr lang="en-US" sz="1500" dirty="0"/>
              <a:t>, </a:t>
            </a:r>
            <a:r>
              <a:rPr lang="en-US" sz="1500" dirty="0" err="1"/>
              <a:t>conse</a:t>
            </a:r>
            <a:r>
              <a:rPr lang="en-US" sz="1500" dirty="0"/>
              <a:t> </a:t>
            </a:r>
            <a:r>
              <a:rPr lang="en-US" sz="1500" dirty="0" err="1"/>
              <a:t>ctetur</a:t>
            </a:r>
            <a:r>
              <a:rPr lang="en-US" sz="1500" dirty="0"/>
              <a:t> </a:t>
            </a:r>
            <a:r>
              <a:rPr lang="en-US" sz="1500" dirty="0" err="1"/>
              <a:t>adipiscing</a:t>
            </a:r>
            <a:r>
              <a:rPr lang="en-US" sz="1500" dirty="0"/>
              <a:t> </a:t>
            </a:r>
            <a:r>
              <a:rPr lang="en-US" sz="1500" dirty="0" err="1"/>
              <a:t>elit</a:t>
            </a:r>
            <a:r>
              <a:rPr lang="en-US" sz="1500" dirty="0"/>
              <a:t>, sed do </a:t>
            </a:r>
            <a:r>
              <a:rPr lang="en-US" sz="1500" dirty="0" err="1"/>
              <a:t>eiusmod</a:t>
            </a:r>
            <a:r>
              <a:rPr lang="en-US" sz="1500" dirty="0"/>
              <a:t> </a:t>
            </a:r>
            <a:r>
              <a:rPr lang="en-US" sz="1500" dirty="0" err="1"/>
              <a:t>tempor</a:t>
            </a:r>
            <a:r>
              <a:rPr lang="en-US" sz="1500" dirty="0"/>
              <a:t> </a:t>
            </a:r>
            <a:r>
              <a:rPr lang="en-US" sz="1500" dirty="0" err="1"/>
              <a:t>ut</a:t>
            </a:r>
            <a:r>
              <a:rPr lang="en-US" sz="1500" dirty="0"/>
              <a:t> </a:t>
            </a:r>
            <a:r>
              <a:rPr lang="en-US" sz="1500" dirty="0" err="1"/>
              <a:t>labore</a:t>
            </a:r>
            <a:endParaRPr lang="en-GB" sz="1500" dirty="0"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C3B29F-D8AD-5214-C716-5229B05F43F3}"/>
              </a:ext>
            </a:extLst>
          </p:cNvPr>
          <p:cNvSpPr txBox="1"/>
          <p:nvPr/>
        </p:nvSpPr>
        <p:spPr>
          <a:xfrm>
            <a:off x="4962902" y="2378445"/>
            <a:ext cx="1851517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2035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DB611F-68FA-CAAF-631E-ABB2FC448B8A}"/>
              </a:ext>
            </a:extLst>
          </p:cNvPr>
          <p:cNvSpPr/>
          <p:nvPr/>
        </p:nvSpPr>
        <p:spPr>
          <a:xfrm>
            <a:off x="5048428" y="4390296"/>
            <a:ext cx="1765991" cy="889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16A7EC-0F8E-0FB6-BEEC-67E270ADE7D5}"/>
              </a:ext>
            </a:extLst>
          </p:cNvPr>
          <p:cNvSpPr/>
          <p:nvPr/>
        </p:nvSpPr>
        <p:spPr>
          <a:xfrm>
            <a:off x="2848162" y="2392768"/>
            <a:ext cx="1765991" cy="889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C6FCAF-05D6-64F8-D57B-9D7E9D02D34B}"/>
              </a:ext>
            </a:extLst>
          </p:cNvPr>
          <p:cNvSpPr txBox="1"/>
          <p:nvPr/>
        </p:nvSpPr>
        <p:spPr>
          <a:xfrm>
            <a:off x="2762636" y="2556588"/>
            <a:ext cx="193109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500" dirty="0"/>
              <a:t>Lorem ipsum dolor sit </a:t>
            </a:r>
            <a:r>
              <a:rPr lang="en-US" sz="1500" dirty="0" err="1"/>
              <a:t>amet</a:t>
            </a:r>
            <a:r>
              <a:rPr lang="en-US" sz="1500" dirty="0"/>
              <a:t>, </a:t>
            </a:r>
            <a:r>
              <a:rPr lang="en-US" sz="1500" dirty="0" err="1"/>
              <a:t>conse</a:t>
            </a:r>
            <a:r>
              <a:rPr lang="en-US" sz="1500" dirty="0"/>
              <a:t> </a:t>
            </a:r>
            <a:r>
              <a:rPr lang="en-US" sz="1500" dirty="0" err="1"/>
              <a:t>ctetur</a:t>
            </a:r>
            <a:r>
              <a:rPr lang="en-US" sz="1500" dirty="0"/>
              <a:t> </a:t>
            </a:r>
            <a:r>
              <a:rPr lang="en-US" sz="1500" dirty="0" err="1"/>
              <a:t>adipiscing</a:t>
            </a:r>
            <a:r>
              <a:rPr lang="en-US" sz="1500" dirty="0"/>
              <a:t> </a:t>
            </a:r>
            <a:r>
              <a:rPr lang="en-US" sz="1500" dirty="0" err="1"/>
              <a:t>elit</a:t>
            </a:r>
            <a:r>
              <a:rPr lang="en-US" sz="1500" dirty="0"/>
              <a:t>, sed do </a:t>
            </a:r>
            <a:r>
              <a:rPr lang="en-US" sz="1500" dirty="0" err="1"/>
              <a:t>eiusmod</a:t>
            </a:r>
            <a:r>
              <a:rPr lang="en-US" sz="1500" dirty="0"/>
              <a:t> </a:t>
            </a:r>
            <a:r>
              <a:rPr lang="en-US" sz="1500" dirty="0" err="1"/>
              <a:t>tempor</a:t>
            </a:r>
            <a:r>
              <a:rPr lang="en-US" sz="1500" dirty="0"/>
              <a:t> </a:t>
            </a:r>
            <a:r>
              <a:rPr lang="en-US" sz="1500" dirty="0" err="1"/>
              <a:t>ut</a:t>
            </a:r>
            <a:r>
              <a:rPr lang="en-US" sz="1500" dirty="0"/>
              <a:t> </a:t>
            </a:r>
            <a:r>
              <a:rPr lang="en-US" sz="1500" dirty="0" err="1"/>
              <a:t>labore</a:t>
            </a:r>
            <a:endParaRPr lang="en-GB" sz="1500" dirty="0"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72817-685B-51C4-CDBE-10CB67B732BF}"/>
              </a:ext>
            </a:extLst>
          </p:cNvPr>
          <p:cNvSpPr txBox="1"/>
          <p:nvPr/>
        </p:nvSpPr>
        <p:spPr>
          <a:xfrm>
            <a:off x="2762636" y="1871842"/>
            <a:ext cx="1851517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2030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72E181-4749-0066-FA89-39D84761B201}"/>
              </a:ext>
            </a:extLst>
          </p:cNvPr>
          <p:cNvSpPr/>
          <p:nvPr/>
        </p:nvSpPr>
        <p:spPr>
          <a:xfrm>
            <a:off x="2848162" y="3855807"/>
            <a:ext cx="1765991" cy="889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053A051-508D-11AD-BC4D-80F9372E6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56360-C2AD-5167-AA92-4405FC445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3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158CA1-83A2-1F32-CA98-11B37D5BF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Resources – Icons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C1286F0-0C08-F067-55FC-A192A2408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 and paste into your layouts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0FB969C-847E-6E40-7A76-43E802C196EB}"/>
              </a:ext>
            </a:extLst>
          </p:cNvPr>
          <p:cNvSpPr>
            <a:spLocks noChangeAspect="1"/>
          </p:cNvSpPr>
          <p:nvPr/>
        </p:nvSpPr>
        <p:spPr>
          <a:xfrm>
            <a:off x="4334172" y="2079082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286E2F-5C4B-AD89-4311-91B584267D5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469856" y="2213720"/>
            <a:ext cx="376118" cy="378208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40533842-C84D-22AA-3414-A3239FB27805}"/>
              </a:ext>
            </a:extLst>
          </p:cNvPr>
          <p:cNvSpPr>
            <a:spLocks noChangeAspect="1"/>
          </p:cNvSpPr>
          <p:nvPr/>
        </p:nvSpPr>
        <p:spPr>
          <a:xfrm>
            <a:off x="5231425" y="2079082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D9981EB-9934-430B-3181-F885E913567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456" r="11456"/>
          <a:stretch/>
        </p:blipFill>
        <p:spPr>
          <a:xfrm>
            <a:off x="5349064" y="2306230"/>
            <a:ext cx="425101" cy="2205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C7F17A81-34D2-AC25-CB81-FC94EF113222}"/>
              </a:ext>
            </a:extLst>
          </p:cNvPr>
          <p:cNvSpPr>
            <a:spLocks noChangeAspect="1"/>
          </p:cNvSpPr>
          <p:nvPr/>
        </p:nvSpPr>
        <p:spPr>
          <a:xfrm>
            <a:off x="3436919" y="2079082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0617EAC-F293-F928-A822-9EAE0A8094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569562" y="2221887"/>
            <a:ext cx="374594" cy="374594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B7397976-C333-E98D-F371-6B966AE62D47}"/>
              </a:ext>
            </a:extLst>
          </p:cNvPr>
          <p:cNvSpPr>
            <a:spLocks noChangeAspect="1"/>
          </p:cNvSpPr>
          <p:nvPr/>
        </p:nvSpPr>
        <p:spPr>
          <a:xfrm>
            <a:off x="745160" y="3171477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50B0B4C-4A16-8070-8966-58C185E749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91182" y="3310231"/>
            <a:ext cx="340535" cy="340535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226C7151-0C59-0249-F280-2C7F19627C13}"/>
              </a:ext>
            </a:extLst>
          </p:cNvPr>
          <p:cNvSpPr>
            <a:spLocks noChangeAspect="1"/>
          </p:cNvSpPr>
          <p:nvPr/>
        </p:nvSpPr>
        <p:spPr>
          <a:xfrm>
            <a:off x="1642413" y="3171477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98617C0-370C-08D0-51DC-53B6C54A6C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777018" y="3319141"/>
            <a:ext cx="355233" cy="355233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D852A4D2-7021-BBB6-4737-0B3D60FCD904}"/>
              </a:ext>
            </a:extLst>
          </p:cNvPr>
          <p:cNvSpPr>
            <a:spLocks noChangeAspect="1"/>
          </p:cNvSpPr>
          <p:nvPr/>
        </p:nvSpPr>
        <p:spPr>
          <a:xfrm>
            <a:off x="2539666" y="3171477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E7929B4-3FF2-6FB4-020E-8E72D2906C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4076" r="4076"/>
          <a:stretch/>
        </p:blipFill>
        <p:spPr>
          <a:xfrm>
            <a:off x="2664224" y="3270680"/>
            <a:ext cx="395548" cy="430654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2135DFCA-E9D5-360D-A4CD-A4E6B50AFFA0}"/>
              </a:ext>
            </a:extLst>
          </p:cNvPr>
          <p:cNvSpPr>
            <a:spLocks noChangeAspect="1"/>
          </p:cNvSpPr>
          <p:nvPr/>
        </p:nvSpPr>
        <p:spPr>
          <a:xfrm>
            <a:off x="3436919" y="3171477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EE1A75E-6BE4-522D-B76E-E5CC3EC9DA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8502" b="8502"/>
          <a:stretch/>
        </p:blipFill>
        <p:spPr>
          <a:xfrm>
            <a:off x="3522734" y="3302139"/>
            <a:ext cx="454336" cy="377084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2B2724C8-2B1B-E2DB-2048-0CA64CB6A071}"/>
              </a:ext>
            </a:extLst>
          </p:cNvPr>
          <p:cNvSpPr>
            <a:spLocks noChangeAspect="1"/>
          </p:cNvSpPr>
          <p:nvPr/>
        </p:nvSpPr>
        <p:spPr>
          <a:xfrm>
            <a:off x="5231425" y="3171477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AFA03AC-0B78-BA1A-6F28-93172BAF58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5182" b="5182"/>
          <a:stretch/>
        </p:blipFill>
        <p:spPr>
          <a:xfrm>
            <a:off x="5375030" y="3331910"/>
            <a:ext cx="360276" cy="322939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8A356BC4-784B-22EF-01FA-259F6B17012C}"/>
              </a:ext>
            </a:extLst>
          </p:cNvPr>
          <p:cNvSpPr>
            <a:spLocks noChangeAspect="1"/>
          </p:cNvSpPr>
          <p:nvPr/>
        </p:nvSpPr>
        <p:spPr>
          <a:xfrm>
            <a:off x="745160" y="4227266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51CFA33A-91FE-9078-BB8D-7EEB5C0757A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2546" b="2546"/>
          <a:stretch/>
        </p:blipFill>
        <p:spPr>
          <a:xfrm>
            <a:off x="852924" y="4344312"/>
            <a:ext cx="418512" cy="397198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D7FBC97E-EFBE-FB2E-0A4B-727A7EC377EE}"/>
              </a:ext>
            </a:extLst>
          </p:cNvPr>
          <p:cNvSpPr>
            <a:spLocks noChangeAspect="1"/>
          </p:cNvSpPr>
          <p:nvPr/>
        </p:nvSpPr>
        <p:spPr>
          <a:xfrm>
            <a:off x="1642413" y="4227266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99D34FF0-3BC5-9C08-AB15-3F22C46F095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764235" y="4344106"/>
            <a:ext cx="403170" cy="404255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A38DE0F9-B034-D918-4A2A-6C985B3EF964}"/>
              </a:ext>
            </a:extLst>
          </p:cNvPr>
          <p:cNvSpPr>
            <a:spLocks noChangeAspect="1"/>
          </p:cNvSpPr>
          <p:nvPr/>
        </p:nvSpPr>
        <p:spPr>
          <a:xfrm>
            <a:off x="2539666" y="4227266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A5AA940-C5CD-B835-2579-8F45D9516D2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674179" y="4329417"/>
            <a:ext cx="395002" cy="397198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A6FBA5DF-5618-80ED-F637-41F25FCA261D}"/>
              </a:ext>
            </a:extLst>
          </p:cNvPr>
          <p:cNvSpPr>
            <a:spLocks noChangeAspect="1"/>
          </p:cNvSpPr>
          <p:nvPr/>
        </p:nvSpPr>
        <p:spPr>
          <a:xfrm>
            <a:off x="3436919" y="4227266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7CEEBF3-B265-9A39-2B65-BFE0B2BD3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3584796" y="4362753"/>
            <a:ext cx="360000" cy="360000"/>
          </a:xfrm>
          <a:prstGeom prst="rect">
            <a:avLst/>
          </a:pr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72A674E5-9DDF-4D3D-B96F-60908776AF04}"/>
              </a:ext>
            </a:extLst>
          </p:cNvPr>
          <p:cNvSpPr>
            <a:spLocks noChangeAspect="1"/>
          </p:cNvSpPr>
          <p:nvPr/>
        </p:nvSpPr>
        <p:spPr>
          <a:xfrm>
            <a:off x="4334172" y="4227266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43963879-9589-96A4-82B8-6407381CD2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459915" y="4353008"/>
            <a:ext cx="396000" cy="396000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5A0F26A0-A46B-FBEE-C947-9FF7CD9452F0}"/>
              </a:ext>
            </a:extLst>
          </p:cNvPr>
          <p:cNvSpPr>
            <a:spLocks noChangeAspect="1"/>
          </p:cNvSpPr>
          <p:nvPr/>
        </p:nvSpPr>
        <p:spPr>
          <a:xfrm>
            <a:off x="5231425" y="4227266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BFF60CA-5B22-632A-7B1B-F760A37B5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5390540" y="4373175"/>
            <a:ext cx="335261" cy="335261"/>
          </a:xfrm>
          <a:prstGeom prst="rect">
            <a:avLst/>
          </a:prstGeom>
        </p:spPr>
      </p:pic>
      <p:sp>
        <p:nvSpPr>
          <p:cNvPr id="71" name="Oval 70">
            <a:extLst>
              <a:ext uri="{FF2B5EF4-FFF2-40B4-BE49-F238E27FC236}">
                <a16:creationId xmlns:a16="http://schemas.microsoft.com/office/drawing/2014/main" id="{F3224C7A-2143-F6DA-5012-AC377B6D064D}"/>
              </a:ext>
            </a:extLst>
          </p:cNvPr>
          <p:cNvSpPr>
            <a:spLocks noChangeAspect="1"/>
          </p:cNvSpPr>
          <p:nvPr/>
        </p:nvSpPr>
        <p:spPr>
          <a:xfrm>
            <a:off x="6128678" y="2079082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A4E85A30-E7FB-E182-EE4A-B7B46B641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6244680" y="2178468"/>
            <a:ext cx="426503" cy="426503"/>
          </a:xfrm>
          <a:prstGeom prst="rect">
            <a:avLst/>
          </a:prstGeom>
        </p:spPr>
      </p:pic>
      <p:sp>
        <p:nvSpPr>
          <p:cNvPr id="69" name="Oval 68">
            <a:extLst>
              <a:ext uri="{FF2B5EF4-FFF2-40B4-BE49-F238E27FC236}">
                <a16:creationId xmlns:a16="http://schemas.microsoft.com/office/drawing/2014/main" id="{889526CE-8C66-AF30-0F4E-A6BAA4121AF1}"/>
              </a:ext>
            </a:extLst>
          </p:cNvPr>
          <p:cNvSpPr>
            <a:spLocks noChangeAspect="1"/>
          </p:cNvSpPr>
          <p:nvPr/>
        </p:nvSpPr>
        <p:spPr>
          <a:xfrm>
            <a:off x="7025931" y="2079082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94DF8748-E417-F463-98C1-EC34A4CA39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168698" y="2231528"/>
            <a:ext cx="361952" cy="361952"/>
          </a:xfrm>
          <a:prstGeom prst="rect">
            <a:avLst/>
          </a:prstGeom>
        </p:spPr>
      </p:pic>
      <p:sp>
        <p:nvSpPr>
          <p:cNvPr id="70" name="Oval 69">
            <a:extLst>
              <a:ext uri="{FF2B5EF4-FFF2-40B4-BE49-F238E27FC236}">
                <a16:creationId xmlns:a16="http://schemas.microsoft.com/office/drawing/2014/main" id="{204C1B94-4C19-3E22-EF5A-A2D774813E7D}"/>
              </a:ext>
            </a:extLst>
          </p:cNvPr>
          <p:cNvSpPr>
            <a:spLocks noChangeAspect="1"/>
          </p:cNvSpPr>
          <p:nvPr/>
        </p:nvSpPr>
        <p:spPr>
          <a:xfrm>
            <a:off x="7923184" y="2079082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1485481E-7B83-F8D7-AC45-6E76E3EBEF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8042098" y="2197513"/>
            <a:ext cx="404222" cy="404222"/>
          </a:xfrm>
          <a:prstGeom prst="rect">
            <a:avLst/>
          </a:prstGeom>
        </p:spPr>
      </p:pic>
      <p:sp>
        <p:nvSpPr>
          <p:cNvPr id="68" name="Oval 67">
            <a:extLst>
              <a:ext uri="{FF2B5EF4-FFF2-40B4-BE49-F238E27FC236}">
                <a16:creationId xmlns:a16="http://schemas.microsoft.com/office/drawing/2014/main" id="{4EFDE829-3D39-91A1-5022-549AC72152BF}"/>
              </a:ext>
            </a:extLst>
          </p:cNvPr>
          <p:cNvSpPr>
            <a:spLocks noChangeAspect="1"/>
          </p:cNvSpPr>
          <p:nvPr/>
        </p:nvSpPr>
        <p:spPr>
          <a:xfrm>
            <a:off x="8820437" y="2079082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2B494EA1-D5FD-EDAE-BC62-998ED7E756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8963204" y="2221848"/>
            <a:ext cx="361952" cy="361952"/>
          </a:xfrm>
          <a:prstGeom prst="rect">
            <a:avLst/>
          </a:prstGeom>
        </p:spPr>
      </p:pic>
      <p:sp>
        <p:nvSpPr>
          <p:cNvPr id="66" name="Oval 65">
            <a:extLst>
              <a:ext uri="{FF2B5EF4-FFF2-40B4-BE49-F238E27FC236}">
                <a16:creationId xmlns:a16="http://schemas.microsoft.com/office/drawing/2014/main" id="{F8DE83F1-4089-97D8-3B03-013F5B91269E}"/>
              </a:ext>
            </a:extLst>
          </p:cNvPr>
          <p:cNvSpPr>
            <a:spLocks noChangeAspect="1"/>
          </p:cNvSpPr>
          <p:nvPr/>
        </p:nvSpPr>
        <p:spPr>
          <a:xfrm>
            <a:off x="9717690" y="2079082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38F1DE67-92D6-7C2B-3E4F-CDFBD234D8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9842261" y="2170922"/>
            <a:ext cx="422558" cy="422558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7D6D219E-7821-007E-11F4-05750FF08A06}"/>
              </a:ext>
            </a:extLst>
          </p:cNvPr>
          <p:cNvGrpSpPr/>
          <p:nvPr/>
        </p:nvGrpSpPr>
        <p:grpSpPr>
          <a:xfrm>
            <a:off x="10614942" y="2079082"/>
            <a:ext cx="647486" cy="647484"/>
            <a:chOff x="9877106" y="1862439"/>
            <a:chExt cx="647486" cy="647484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23DFC7A-100D-66F9-21C2-E4A29C26AD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77106" y="1862439"/>
              <a:ext cx="647486" cy="647484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D123BE26-A440-ACB8-43DC-E26B9FA0B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lum bright="100000"/>
            </a:blip>
            <a:stretch>
              <a:fillRect/>
            </a:stretch>
          </p:blipFill>
          <p:spPr>
            <a:xfrm>
              <a:off x="10024839" y="2011565"/>
              <a:ext cx="352305" cy="352305"/>
            </a:xfrm>
            <a:prstGeom prst="rect">
              <a:avLst/>
            </a:prstGeom>
          </p:spPr>
        </p:pic>
      </p:grpSp>
      <p:sp>
        <p:nvSpPr>
          <p:cNvPr id="90" name="Oval 89">
            <a:extLst>
              <a:ext uri="{FF2B5EF4-FFF2-40B4-BE49-F238E27FC236}">
                <a16:creationId xmlns:a16="http://schemas.microsoft.com/office/drawing/2014/main" id="{FEBE4E22-75E2-0E00-FD21-7D97CEECE2FA}"/>
              </a:ext>
            </a:extLst>
          </p:cNvPr>
          <p:cNvSpPr>
            <a:spLocks noChangeAspect="1"/>
          </p:cNvSpPr>
          <p:nvPr/>
        </p:nvSpPr>
        <p:spPr>
          <a:xfrm>
            <a:off x="6128678" y="3171477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7BFC6300-BB0E-B648-3A1F-CBF058AD0F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6255141" y="3318035"/>
            <a:ext cx="394561" cy="394561"/>
          </a:xfrm>
          <a:prstGeom prst="rect">
            <a:avLst/>
          </a:prstGeom>
        </p:spPr>
      </p:pic>
      <p:sp>
        <p:nvSpPr>
          <p:cNvPr id="88" name="Oval 87">
            <a:extLst>
              <a:ext uri="{FF2B5EF4-FFF2-40B4-BE49-F238E27FC236}">
                <a16:creationId xmlns:a16="http://schemas.microsoft.com/office/drawing/2014/main" id="{9854E812-E238-4149-125C-2AFDC3007184}"/>
              </a:ext>
            </a:extLst>
          </p:cNvPr>
          <p:cNvSpPr>
            <a:spLocks noChangeAspect="1"/>
          </p:cNvSpPr>
          <p:nvPr/>
        </p:nvSpPr>
        <p:spPr>
          <a:xfrm>
            <a:off x="7025931" y="3171477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A0C9DB2-5DD4-5E31-C1C3-522F8DEF0311}"/>
              </a:ext>
            </a:extLst>
          </p:cNvPr>
          <p:cNvSpPr>
            <a:spLocks noChangeAspect="1"/>
          </p:cNvSpPr>
          <p:nvPr/>
        </p:nvSpPr>
        <p:spPr>
          <a:xfrm>
            <a:off x="7923184" y="3171477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77C2873C-E371-7F21-8D57-FFD0AEB9ED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8074697" y="3306194"/>
            <a:ext cx="382986" cy="382986"/>
          </a:xfrm>
          <a:prstGeom prst="rect">
            <a:avLst/>
          </a:prstGeom>
        </p:spPr>
      </p:pic>
      <p:sp>
        <p:nvSpPr>
          <p:cNvPr id="108" name="Oval 107">
            <a:extLst>
              <a:ext uri="{FF2B5EF4-FFF2-40B4-BE49-F238E27FC236}">
                <a16:creationId xmlns:a16="http://schemas.microsoft.com/office/drawing/2014/main" id="{FFF40F17-E578-7F76-0769-B1DEE724E856}"/>
              </a:ext>
            </a:extLst>
          </p:cNvPr>
          <p:cNvSpPr>
            <a:spLocks noChangeAspect="1"/>
          </p:cNvSpPr>
          <p:nvPr/>
        </p:nvSpPr>
        <p:spPr>
          <a:xfrm>
            <a:off x="745160" y="2079082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BB707D26-E95B-E15A-560B-34ABAC04B9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887136" y="2234678"/>
            <a:ext cx="338807" cy="338807"/>
          </a:xfrm>
          <a:prstGeom prst="rect">
            <a:avLst/>
          </a:prstGeom>
        </p:spPr>
      </p:pic>
      <p:sp>
        <p:nvSpPr>
          <p:cNvPr id="102" name="Oval 101">
            <a:extLst>
              <a:ext uri="{FF2B5EF4-FFF2-40B4-BE49-F238E27FC236}">
                <a16:creationId xmlns:a16="http://schemas.microsoft.com/office/drawing/2014/main" id="{6E5D623C-42C8-D6FE-5ED1-EC1ABE2D0702}"/>
              </a:ext>
            </a:extLst>
          </p:cNvPr>
          <p:cNvSpPr>
            <a:spLocks noChangeAspect="1"/>
          </p:cNvSpPr>
          <p:nvPr/>
        </p:nvSpPr>
        <p:spPr>
          <a:xfrm>
            <a:off x="1642413" y="2079082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804F3F3C-9303-5D81-F754-DC15398C19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1762071" y="2278613"/>
            <a:ext cx="413426" cy="248055"/>
          </a:xfrm>
          <a:prstGeom prst="rect">
            <a:avLst/>
          </a:prstGeom>
        </p:spPr>
      </p:pic>
      <p:sp>
        <p:nvSpPr>
          <p:cNvPr id="105" name="Oval 104">
            <a:extLst>
              <a:ext uri="{FF2B5EF4-FFF2-40B4-BE49-F238E27FC236}">
                <a16:creationId xmlns:a16="http://schemas.microsoft.com/office/drawing/2014/main" id="{ACA6B145-9031-67FA-B67B-FF900A255122}"/>
              </a:ext>
            </a:extLst>
          </p:cNvPr>
          <p:cNvSpPr>
            <a:spLocks noChangeAspect="1"/>
          </p:cNvSpPr>
          <p:nvPr/>
        </p:nvSpPr>
        <p:spPr>
          <a:xfrm>
            <a:off x="2539666" y="2079082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B13DB938-E14A-C285-1259-ADB6A569C3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2691680" y="2238452"/>
            <a:ext cx="360000" cy="360000"/>
          </a:xfrm>
          <a:prstGeom prst="rect">
            <a:avLst/>
          </a:prstGeom>
        </p:spPr>
      </p:pic>
      <p:sp>
        <p:nvSpPr>
          <p:cNvPr id="85" name="Oval 84">
            <a:extLst>
              <a:ext uri="{FF2B5EF4-FFF2-40B4-BE49-F238E27FC236}">
                <a16:creationId xmlns:a16="http://schemas.microsoft.com/office/drawing/2014/main" id="{E19C3A5C-C318-C269-A74D-461896B677A1}"/>
              </a:ext>
            </a:extLst>
          </p:cNvPr>
          <p:cNvSpPr>
            <a:spLocks noChangeAspect="1"/>
          </p:cNvSpPr>
          <p:nvPr/>
        </p:nvSpPr>
        <p:spPr>
          <a:xfrm>
            <a:off x="9717690" y="3171477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9D23EFA5-B08F-1736-19A9-B1C7185881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9842261" y="3302139"/>
            <a:ext cx="376898" cy="3768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825782D5-48EF-8456-A000-7547EB12F6FE}"/>
              </a:ext>
            </a:extLst>
          </p:cNvPr>
          <p:cNvGrpSpPr/>
          <p:nvPr/>
        </p:nvGrpSpPr>
        <p:grpSpPr>
          <a:xfrm>
            <a:off x="10614942" y="3171477"/>
            <a:ext cx="647486" cy="647484"/>
            <a:chOff x="9885337" y="2735322"/>
            <a:chExt cx="647486" cy="647484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BCE6940C-0972-2685-3D1F-0D9C2C0702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85337" y="2735322"/>
              <a:ext cx="647486" cy="647484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2430C48C-C3DE-102C-8C10-2A42FD18B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 cstate="screen">
              <a:lum bright="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69863" y="2813800"/>
              <a:ext cx="507037" cy="507037"/>
            </a:xfrm>
            <a:prstGeom prst="rect">
              <a:avLst/>
            </a:prstGeom>
          </p:spPr>
        </p:pic>
      </p:grpSp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71D9C212-7B48-EAA7-4A2A-43331DEC2446}"/>
              </a:ext>
            </a:extLst>
          </p:cNvPr>
          <p:cNvSpPr txBox="1">
            <a:spLocks/>
          </p:cNvSpPr>
          <p:nvPr/>
        </p:nvSpPr>
        <p:spPr>
          <a:xfrm>
            <a:off x="626841" y="5338328"/>
            <a:ext cx="11035915" cy="797914"/>
          </a:xfrm>
          <a:prstGeom prst="rect">
            <a:avLst/>
          </a:prstGeom>
          <a:noFill/>
        </p:spPr>
        <p:txBody>
          <a:bodyPr numCol="2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AU" dirty="0"/>
              <a:t>Other UTS Brand Icons are available on the </a:t>
            </a:r>
            <a:br>
              <a:rPr lang="en-AU" dirty="0"/>
            </a:br>
            <a:r>
              <a:rPr lang="en-AU" dirty="0"/>
              <a:t>UTS Brand and Visual identity page </a:t>
            </a:r>
            <a:r>
              <a:rPr lang="en-AU" dirty="0">
                <a:hlinkClick r:id="rId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lang="en-AU" dirty="0"/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AU" dirty="0"/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AU" dirty="0"/>
              <a:t>Stock icons can be downloaded through </a:t>
            </a:r>
            <a:br>
              <a:rPr lang="en-AU" dirty="0"/>
            </a:br>
            <a:r>
              <a:rPr lang="en-AU" dirty="0"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Material icons</a:t>
            </a:r>
            <a:r>
              <a:rPr lang="en-AU" dirty="0"/>
              <a:t>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F3588B-3D46-88B8-6494-5560CC5A6CDF}"/>
              </a:ext>
            </a:extLst>
          </p:cNvPr>
          <p:cNvSpPr>
            <a:spLocks noChangeAspect="1"/>
          </p:cNvSpPr>
          <p:nvPr/>
        </p:nvSpPr>
        <p:spPr>
          <a:xfrm>
            <a:off x="4334172" y="3171477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2884AB-2581-0566-6B63-F45138309EC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4458804" y="3284773"/>
            <a:ext cx="406315" cy="428985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0C57BDE-679B-E8A9-8F0A-6C0FB5D6194D}"/>
              </a:ext>
            </a:extLst>
          </p:cNvPr>
          <p:cNvGrpSpPr/>
          <p:nvPr/>
        </p:nvGrpSpPr>
        <p:grpSpPr>
          <a:xfrm>
            <a:off x="7025931" y="4227266"/>
            <a:ext cx="647486" cy="647484"/>
            <a:chOff x="6541445" y="3699166"/>
            <a:chExt cx="647486" cy="64748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483F89F-87C7-A7F5-4203-BEC15F560C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1445" y="3699166"/>
              <a:ext cx="647486" cy="647484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C87A9ACF-9EFE-D975-6234-5DF8C529F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2" cstate="screen">
              <a:lum bright="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4072" t="22651" r="18390" b="29934"/>
            <a:stretch/>
          </p:blipFill>
          <p:spPr>
            <a:xfrm>
              <a:off x="6663537" y="3816006"/>
              <a:ext cx="440971" cy="396000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50A4B3CA-911E-5857-BA0C-0033312BECBB}"/>
              </a:ext>
            </a:extLst>
          </p:cNvPr>
          <p:cNvSpPr>
            <a:spLocks noChangeAspect="1"/>
          </p:cNvSpPr>
          <p:nvPr/>
        </p:nvSpPr>
        <p:spPr>
          <a:xfrm>
            <a:off x="7923184" y="4227266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98EA1FF-DC80-0EC3-362E-E62F1E2CE6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8011450" y="4336458"/>
            <a:ext cx="449055" cy="43200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B494DEAA-B0FA-1048-0503-BB62BC4EC321}"/>
              </a:ext>
            </a:extLst>
          </p:cNvPr>
          <p:cNvSpPr>
            <a:spLocks noChangeAspect="1"/>
          </p:cNvSpPr>
          <p:nvPr/>
        </p:nvSpPr>
        <p:spPr>
          <a:xfrm>
            <a:off x="8820437" y="4227266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09B2196-CAB7-E094-52F2-08189D2755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rcRect t="9500" b="9500"/>
          <a:stretch/>
        </p:blipFill>
        <p:spPr>
          <a:xfrm>
            <a:off x="8899733" y="4392542"/>
            <a:ext cx="488893" cy="396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A97376F-E957-EAB3-A18F-B926B1A210E4}"/>
              </a:ext>
            </a:extLst>
          </p:cNvPr>
          <p:cNvSpPr>
            <a:spLocks noChangeAspect="1"/>
          </p:cNvSpPr>
          <p:nvPr/>
        </p:nvSpPr>
        <p:spPr>
          <a:xfrm>
            <a:off x="9717690" y="4227266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438664C-9923-D7FF-5E0C-774E72F775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rcRect t="6769" b="6769"/>
          <a:stretch/>
        </p:blipFill>
        <p:spPr>
          <a:xfrm>
            <a:off x="9798580" y="4328203"/>
            <a:ext cx="458008" cy="396000"/>
          </a:xfrm>
          <a:prstGeom prst="rect">
            <a:avLst/>
          </a:prstGeom>
        </p:spPr>
      </p:pic>
      <p:sp>
        <p:nvSpPr>
          <p:cNvPr id="87" name="Oval 86">
            <a:extLst>
              <a:ext uri="{FF2B5EF4-FFF2-40B4-BE49-F238E27FC236}">
                <a16:creationId xmlns:a16="http://schemas.microsoft.com/office/drawing/2014/main" id="{6FAFBA64-8C29-2579-9959-1970E62BCD57}"/>
              </a:ext>
            </a:extLst>
          </p:cNvPr>
          <p:cNvSpPr>
            <a:spLocks noChangeAspect="1"/>
          </p:cNvSpPr>
          <p:nvPr/>
        </p:nvSpPr>
        <p:spPr>
          <a:xfrm>
            <a:off x="8820437" y="3171477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6" name="Picture 125">
            <a:extLst>
              <a:ext uri="{FF2B5EF4-FFF2-40B4-BE49-F238E27FC236}">
                <a16:creationId xmlns:a16="http://schemas.microsoft.com/office/drawing/2014/main" id="{44CD2CCF-30B8-75BB-E035-04EA55F750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8946180" y="3295411"/>
            <a:ext cx="396000" cy="396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17EDA38-2507-D819-FD00-A8AF7C9A8666}"/>
              </a:ext>
            </a:extLst>
          </p:cNvPr>
          <p:cNvSpPr>
            <a:spLocks noChangeAspect="1"/>
          </p:cNvSpPr>
          <p:nvPr/>
        </p:nvSpPr>
        <p:spPr>
          <a:xfrm>
            <a:off x="6128678" y="4227266"/>
            <a:ext cx="647486" cy="64748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8648B7-F08E-707E-C7BF-9ED117DBA7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6255141" y="4347134"/>
            <a:ext cx="394561" cy="39456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85B57EB-F8DD-E80D-950A-E3E6E2EFA6D1}"/>
              </a:ext>
            </a:extLst>
          </p:cNvPr>
          <p:cNvGrpSpPr/>
          <p:nvPr/>
        </p:nvGrpSpPr>
        <p:grpSpPr>
          <a:xfrm>
            <a:off x="10614942" y="4227266"/>
            <a:ext cx="647486" cy="647484"/>
            <a:chOff x="9885337" y="3690911"/>
            <a:chExt cx="647486" cy="647484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2CB7F2-4E9B-921C-DCB0-5CC6345DB6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85337" y="3690911"/>
              <a:ext cx="647486" cy="647484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D2F1BE8-1F35-8238-7D2D-ADB31ABD0A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rcRect/>
            <a:stretch/>
          </p:blipFill>
          <p:spPr>
            <a:xfrm>
              <a:off x="10011080" y="3816006"/>
              <a:ext cx="396000" cy="396000"/>
            </a:xfrm>
            <a:prstGeom prst="rect">
              <a:avLst/>
            </a:prstGeom>
          </p:spPr>
        </p:pic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C88CE21-D101-2FCA-0B3D-8A175F03B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45</a:t>
            </a:fld>
            <a:endParaRPr lang="en-US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0E3E862-9A23-F5B2-5179-F5D792F36F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7160606" y="3322702"/>
            <a:ext cx="388086" cy="38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0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A0CA9F49-E7C8-9F29-C8CB-22186D4FD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Resources – UTS images</a:t>
            </a:r>
            <a:endParaRPr lang="en-US" dirty="0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3C80117B-78E5-FEC4-5532-1A0D55772085}"/>
              </a:ext>
            </a:extLst>
          </p:cNvPr>
          <p:cNvPicPr>
            <a:picLocks noGrp="1"/>
          </p:cNvPicPr>
          <p:nvPr>
            <p:ph type="pic" idx="1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77285165-1C02-988D-307B-82452214386B}"/>
              </a:ext>
            </a:extLst>
          </p:cNvPr>
          <p:cNvPicPr>
            <a:picLocks noGrp="1"/>
          </p:cNvPicPr>
          <p:nvPr>
            <p:ph type="pic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F1A9D7A3-0844-E248-13C3-8971903A1C20}"/>
              </a:ext>
            </a:extLst>
          </p:cNvPr>
          <p:cNvPicPr>
            <a:picLocks noGrp="1"/>
          </p:cNvPicPr>
          <p:nvPr>
            <p:ph type="pic" idx="13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DBA4A32A-A3C1-8C7A-9265-9B0376BA9ABC}"/>
              </a:ext>
            </a:extLst>
          </p:cNvPr>
          <p:cNvPicPr>
            <a:picLocks noGrp="1"/>
          </p:cNvPicPr>
          <p:nvPr>
            <p:ph type="pic" idx="14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F830840C-7D2A-5A83-11ED-881EB4FF58EA}"/>
              </a:ext>
            </a:extLst>
          </p:cNvPr>
          <p:cNvPicPr>
            <a:picLocks noGrp="1"/>
          </p:cNvPicPr>
          <p:nvPr>
            <p:ph type="pic" idx="15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3FCEBF96-165E-082E-60F0-D353714C88BD}"/>
              </a:ext>
            </a:extLst>
          </p:cNvPr>
          <p:cNvPicPr>
            <a:picLocks noGrp="1"/>
          </p:cNvPicPr>
          <p:nvPr>
            <p:ph type="pic" idx="16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C19E0F3C-5BA0-FBBD-EAB1-DCB4AE041E4D}"/>
              </a:ext>
            </a:extLst>
          </p:cNvPr>
          <p:cNvPicPr>
            <a:picLocks noGrp="1"/>
          </p:cNvPicPr>
          <p:nvPr>
            <p:ph type="pic" idx="17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D363A8B3-963D-DC23-C0A1-3B68455CFBFE}"/>
              </a:ext>
            </a:extLst>
          </p:cNvPr>
          <p:cNvPicPr>
            <a:picLocks noGrp="1"/>
          </p:cNvPicPr>
          <p:nvPr>
            <p:ph type="pic" idx="10"/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3D87012F-FCBE-D34B-8141-1CFBF58FED8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27855" y="1654818"/>
            <a:ext cx="3914648" cy="2695713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AU" dirty="0"/>
              <a:t>A curated collection of UTS images is available for download </a:t>
            </a:r>
            <a:r>
              <a:rPr lang="en-AU" dirty="0">
                <a:solidFill>
                  <a:schemeClr val="accent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lang="en-AU" dirty="0">
              <a:solidFill>
                <a:schemeClr val="accent1"/>
              </a:solidFill>
            </a:endParaRPr>
          </a:p>
          <a:p>
            <a:pPr>
              <a:spcAft>
                <a:spcPts val="1200"/>
              </a:spcAft>
            </a:pPr>
            <a:r>
              <a:rPr lang="en-AU" kern="0" dirty="0">
                <a:ea typeface="Malgun Gothic" panose="020B0503020000020004" pitchFamily="34" charset="-127"/>
              </a:rPr>
              <a:t>Or copy and paste from </a:t>
            </a:r>
            <a:r>
              <a:rPr lang="en-AU" kern="0">
                <a:ea typeface="Malgun Gothic" panose="020B0503020000020004" pitchFamily="34" charset="-127"/>
              </a:rPr>
              <a:t>this selection.</a:t>
            </a:r>
            <a:endParaRPr lang="en-AU" sz="1800" kern="0" dirty="0">
              <a:effectLst/>
              <a:latin typeface="Arial" panose="020B060402020202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1FF9FD7F-FB2F-C4BB-E578-5954DEB416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5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3B690CC1-A0EF-643B-AA6B-64DA4EB844D8}"/>
              </a:ext>
            </a:extLst>
          </p:cNvPr>
          <p:cNvSpPr>
            <a:spLocks noChangeAspect="1"/>
          </p:cNvSpPr>
          <p:nvPr/>
        </p:nvSpPr>
        <p:spPr>
          <a:xfrm>
            <a:off x="4073432" y="1167287"/>
            <a:ext cx="4320000" cy="432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3849E-1D86-042E-D6F2-8B2C9797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800" b="0" dirty="0">
                <a:solidFill>
                  <a:schemeClr val="bg1"/>
                </a:solidFill>
              </a:rPr>
              <a:t>Questions &amp; Discussion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41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UTS">
      <a:dk1>
        <a:srgbClr val="000000"/>
      </a:dk1>
      <a:lt1>
        <a:srgbClr val="FFFFFF"/>
      </a:lt1>
      <a:dk2>
        <a:srgbClr val="323232"/>
      </a:dk2>
      <a:lt2>
        <a:srgbClr val="B2B2B2"/>
      </a:lt2>
      <a:accent1>
        <a:srgbClr val="0F4BEB"/>
      </a:accent1>
      <a:accent2>
        <a:srgbClr val="FF2305"/>
      </a:accent2>
      <a:accent3>
        <a:srgbClr val="000000"/>
      </a:accent3>
      <a:accent4>
        <a:srgbClr val="323232"/>
      </a:accent4>
      <a:accent5>
        <a:srgbClr val="B2B2B2"/>
      </a:accent5>
      <a:accent6>
        <a:srgbClr val="C8C8C8"/>
      </a:accent6>
      <a:hlink>
        <a:srgbClr val="00B7E0"/>
      </a:hlink>
      <a:folHlink>
        <a:srgbClr val="00B7E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 UTS PowerPoint Template 1" id="{D58F46D3-1A83-F645-89B9-74B7AA755D49}" vid="{4CEF2E05-7C2F-704F-BCB5-E03E95CEEB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E8A5BB437F9642B30B596CE8AB27BD" ma:contentTypeVersion="11" ma:contentTypeDescription="Create a new document." ma:contentTypeScope="" ma:versionID="f423309bf9f9d665a2886b30be79a510">
  <xsd:schema xmlns:xsd="http://www.w3.org/2001/XMLSchema" xmlns:xs="http://www.w3.org/2001/XMLSchema" xmlns:p="http://schemas.microsoft.com/office/2006/metadata/properties" xmlns:ns2="468e409e-f33c-42f4-81f2-babf58e8181d" xmlns:ns3="5d9f1c06-f787-48a8-bc77-0fd405f574b2" targetNamespace="http://schemas.microsoft.com/office/2006/metadata/properties" ma:root="true" ma:fieldsID="890060231595b7c17354738a639cabda" ns2:_="" ns3:_="">
    <xsd:import namespace="468e409e-f33c-42f4-81f2-babf58e8181d"/>
    <xsd:import namespace="5d9f1c06-f787-48a8-bc77-0fd405f574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e409e-f33c-42f4-81f2-babf58e818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4fef7914-8384-4319-8444-378afdf4f6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f1c06-f787-48a8-bc77-0fd405f574b2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165880fa-3bf0-42bd-a2e0-55813fbd9716}" ma:internalName="TaxCatchAll" ma:showField="CatchAllData" ma:web="5d9f1c06-f787-48a8-bc77-0fd405f574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e409e-f33c-42f4-81f2-babf58e8181d">
      <Terms xmlns="http://schemas.microsoft.com/office/infopath/2007/PartnerControls"/>
    </lcf76f155ced4ddcb4097134ff3c332f>
    <TaxCatchAll xmlns="5d9f1c06-f787-48a8-bc77-0fd405f574b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963C22-A7A9-4D4D-BB3A-A71E4A83DA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8e409e-f33c-42f4-81f2-babf58e8181d"/>
    <ds:schemaRef ds:uri="5d9f1c06-f787-48a8-bc77-0fd405f574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C2B943-912A-4DF7-831C-FCBE838F0A05}">
  <ds:schemaRefs>
    <ds:schemaRef ds:uri="http://schemas.microsoft.com/office/2006/metadata/properties"/>
    <ds:schemaRef ds:uri="http://schemas.microsoft.com/office/infopath/2007/PartnerControls"/>
    <ds:schemaRef ds:uri="599cdadb-518c-4a4c-85ba-dbf7adc631b4"/>
    <ds:schemaRef ds:uri="420b5d22-3341-4f60-b4d6-57d88f13fbf6"/>
    <ds:schemaRef ds:uri="468e409e-f33c-42f4-81f2-babf58e8181d"/>
    <ds:schemaRef ds:uri="5d9f1c06-f787-48a8-bc77-0fd405f574b2"/>
  </ds:schemaRefs>
</ds:datastoreItem>
</file>

<file path=customXml/itemProps3.xml><?xml version="1.0" encoding="utf-8"?>
<ds:datastoreItem xmlns:ds="http://schemas.openxmlformats.org/officeDocument/2006/customXml" ds:itemID="{D854C85B-A561-47C6-B85F-4167326FF1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3222</Words>
  <Application>Microsoft Macintosh PowerPoint</Application>
  <PresentationFormat>Widescreen</PresentationFormat>
  <Paragraphs>396</Paragraphs>
  <Slides>47</Slides>
  <Notes>20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Malgun Gothic</vt:lpstr>
      <vt:lpstr>Aptos</vt:lpstr>
      <vt:lpstr>Arial</vt:lpstr>
      <vt:lpstr>Helvetica</vt:lpstr>
      <vt:lpstr>Noto Sans</vt:lpstr>
      <vt:lpstr>Office Theme</vt:lpstr>
      <vt:lpstr>DVN36104 SPR 2026</vt:lpstr>
      <vt:lpstr>Title heading</vt:lpstr>
      <vt:lpstr>Title heading</vt:lpstr>
      <vt:lpstr>Title heading</vt:lpstr>
      <vt:lpstr>Instructions – How to insert image into a shape</vt:lpstr>
      <vt:lpstr>Instructions – How to replace an image in a shape</vt:lpstr>
      <vt:lpstr>Instructions – Compress a PPT file</vt:lpstr>
      <vt:lpstr>Instructions – how to re-colour your icons</vt:lpstr>
      <vt:lpstr>PowerPoint Presentation</vt:lpstr>
      <vt:lpstr>Section Heading</vt:lpstr>
      <vt:lpstr>Section Heading</vt:lpstr>
      <vt:lpstr>Section Heading</vt:lpstr>
      <vt:lpstr>Section Heading</vt:lpstr>
      <vt:lpstr>Section Heading</vt:lpstr>
      <vt:lpstr>Pull quote here vento molor si od quodio. Nam dollaut qui as et at que sequosti ne. Nam dollaut qui as remporest, sitatem renienitatat et at que sequosti ne.</vt:lpstr>
      <vt:lpstr>Heading</vt:lpstr>
      <vt:lpstr>Heading</vt:lpstr>
      <vt:lpstr>Heading</vt:lpstr>
      <vt:lpstr>Heading</vt:lpstr>
      <vt:lpstr>Heading</vt:lpstr>
      <vt:lpstr>Heading</vt:lpstr>
      <vt:lpstr>Heading</vt:lpstr>
      <vt:lpstr>Heading</vt:lpstr>
      <vt:lpstr>Testimonials</vt:lpstr>
      <vt:lpstr>Heading</vt:lpstr>
      <vt:lpstr>Heading</vt:lpstr>
      <vt:lpstr>Heading</vt:lpstr>
      <vt:lpstr>Heading</vt:lpstr>
      <vt:lpstr>Heading</vt:lpstr>
      <vt:lpstr>Pull quote here vento molor si od quodio. Nam dollaut qui as et at que sequosti ne. Nam dollaut qui as remporest, sitatem renienitatat et at que sequosti ne.</vt:lpstr>
      <vt:lpstr>Heading</vt:lpstr>
      <vt:lpstr>Heading</vt:lpstr>
      <vt:lpstr>Heading</vt:lpstr>
      <vt:lpstr>Heading</vt:lpstr>
      <vt:lpstr>Heading</vt:lpstr>
      <vt:lpstr>Heading</vt:lpstr>
      <vt:lpstr>Heading</vt:lpstr>
      <vt:lpstr>Heading</vt:lpstr>
      <vt:lpstr>Testimonials</vt:lpstr>
      <vt:lpstr>Heading</vt:lpstr>
      <vt:lpstr>Heading</vt:lpstr>
      <vt:lpstr>Heading</vt:lpstr>
      <vt:lpstr>Heading</vt:lpstr>
      <vt:lpstr>Heading</vt:lpstr>
      <vt:lpstr>Resources – Icons</vt:lpstr>
      <vt:lpstr>Resources – UTS images</vt:lpstr>
      <vt:lpstr>Questions &amp;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Gerard Kelly</dc:creator>
  <cp:lastModifiedBy>Gerard Kelly</cp:lastModifiedBy>
  <cp:revision>1</cp:revision>
  <cp:lastPrinted>2024-08-21T06:18:17Z</cp:lastPrinted>
  <dcterms:created xsi:type="dcterms:W3CDTF">2026-07-30T07:32:41Z</dcterms:created>
  <dcterms:modified xsi:type="dcterms:W3CDTF">2026-07-30T07:33:25Z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4f0713-8a76-46fc-9033-3e1b6c45971d_Enabled">
    <vt:lpwstr>true</vt:lpwstr>
  </property>
  <property fmtid="{D5CDD505-2E9C-101B-9397-08002B2CF9AE}" pid="3" name="MSIP_Label_ba4f0713-8a76-46fc-9033-3e1b6c45971d_SetDate">
    <vt:lpwstr>2021-06-10T03:39:58Z</vt:lpwstr>
  </property>
  <property fmtid="{D5CDD505-2E9C-101B-9397-08002B2CF9AE}" pid="4" name="MSIP_Label_ba4f0713-8a76-46fc-9033-3e1b6c45971d_Method">
    <vt:lpwstr>Privileged</vt:lpwstr>
  </property>
  <property fmtid="{D5CDD505-2E9C-101B-9397-08002B2CF9AE}" pid="5" name="MSIP_Label_ba4f0713-8a76-46fc-9033-3e1b6c45971d_Name">
    <vt:lpwstr>UTS-Public</vt:lpwstr>
  </property>
  <property fmtid="{D5CDD505-2E9C-101B-9397-08002B2CF9AE}" pid="6" name="MSIP_Label_ba4f0713-8a76-46fc-9033-3e1b6c45971d_SiteId">
    <vt:lpwstr>e8911c26-cf9f-4a9c-878e-527807be8791</vt:lpwstr>
  </property>
  <property fmtid="{D5CDD505-2E9C-101B-9397-08002B2CF9AE}" pid="7" name="MSIP_Label_ba4f0713-8a76-46fc-9033-3e1b6c45971d_ActionId">
    <vt:lpwstr>6ab3b3b8-caa6-4a18-863c-f302df8f3726</vt:lpwstr>
  </property>
  <property fmtid="{D5CDD505-2E9C-101B-9397-08002B2CF9AE}" pid="8" name="MSIP_Label_ba4f0713-8a76-46fc-9033-3e1b6c45971d_ContentBits">
    <vt:lpwstr>0</vt:lpwstr>
  </property>
  <property fmtid="{D5CDD505-2E9C-101B-9397-08002B2CF9AE}" pid="9" name="ContentTypeId">
    <vt:lpwstr>0x01010013E8A5BB437F9642B30B596CE8AB27BD</vt:lpwstr>
  </property>
</Properties>
</file>